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  <p:sldId id="259" r:id="rId3"/>
    <p:sldId id="257" r:id="rId4"/>
    <p:sldId id="258" r:id="rId5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7" d="100"/>
          <a:sy n="67" d="100"/>
        </p:scale>
        <p:origin x="-1476" y="-10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ight Triangle 6"/>
          <p:cNvSpPr/>
          <p:nvPr/>
        </p:nvSpPr>
        <p:spPr>
          <a:xfrm>
            <a:off x="0" y="2647950"/>
            <a:ext cx="3571875" cy="4210050"/>
          </a:xfrm>
          <a:prstGeom prst="rtTriangl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Freeform 7"/>
          <p:cNvSpPr/>
          <p:nvPr/>
        </p:nvSpPr>
        <p:spPr>
          <a:xfrm>
            <a:off x="-2380" y="-925"/>
            <a:ext cx="9146380" cy="6858925"/>
          </a:xfrm>
          <a:custGeom>
            <a:avLst/>
            <a:gdLst>
              <a:gd name="connsiteX0" fmla="*/ 0 w 3350419"/>
              <a:gd name="connsiteY0" fmla="*/ 2081213 h 2083594"/>
              <a:gd name="connsiteX1" fmla="*/ 3031331 w 3350419"/>
              <a:gd name="connsiteY1" fmla="*/ 0 h 2083594"/>
              <a:gd name="connsiteX2" fmla="*/ 3350419 w 3350419"/>
              <a:gd name="connsiteY2" fmla="*/ 80963 h 2083594"/>
              <a:gd name="connsiteX3" fmla="*/ 3350419 w 3350419"/>
              <a:gd name="connsiteY3" fmla="*/ 2083594 h 2083594"/>
              <a:gd name="connsiteX4" fmla="*/ 0 w 3350419"/>
              <a:gd name="connsiteY4" fmla="*/ 2081213 h 2083594"/>
              <a:gd name="connsiteX0" fmla="*/ 0 w 3112294"/>
              <a:gd name="connsiteY0" fmla="*/ 2019301 h 2083594"/>
              <a:gd name="connsiteX1" fmla="*/ 2793206 w 3112294"/>
              <a:gd name="connsiteY1" fmla="*/ 0 h 2083594"/>
              <a:gd name="connsiteX2" fmla="*/ 3112294 w 3112294"/>
              <a:gd name="connsiteY2" fmla="*/ 80963 h 2083594"/>
              <a:gd name="connsiteX3" fmla="*/ 3112294 w 3112294"/>
              <a:gd name="connsiteY3" fmla="*/ 2083594 h 2083594"/>
              <a:gd name="connsiteX4" fmla="*/ 0 w 3112294"/>
              <a:gd name="connsiteY4" fmla="*/ 2019301 h 2083594"/>
              <a:gd name="connsiteX0" fmla="*/ 0 w 3345656"/>
              <a:gd name="connsiteY0" fmla="*/ 2097882 h 2097882"/>
              <a:gd name="connsiteX1" fmla="*/ 3026568 w 3345656"/>
              <a:gd name="connsiteY1" fmla="*/ 0 h 2097882"/>
              <a:gd name="connsiteX2" fmla="*/ 3345656 w 3345656"/>
              <a:gd name="connsiteY2" fmla="*/ 80963 h 2097882"/>
              <a:gd name="connsiteX3" fmla="*/ 3345656 w 3345656"/>
              <a:gd name="connsiteY3" fmla="*/ 2083594 h 2097882"/>
              <a:gd name="connsiteX4" fmla="*/ 0 w 3345656"/>
              <a:gd name="connsiteY4" fmla="*/ 2097882 h 2097882"/>
              <a:gd name="connsiteX0" fmla="*/ 0 w 2800350"/>
              <a:gd name="connsiteY0" fmla="*/ 1935957 h 2083594"/>
              <a:gd name="connsiteX1" fmla="*/ 2481262 w 2800350"/>
              <a:gd name="connsiteY1" fmla="*/ 0 h 2083594"/>
              <a:gd name="connsiteX2" fmla="*/ 2800350 w 2800350"/>
              <a:gd name="connsiteY2" fmla="*/ 80963 h 2083594"/>
              <a:gd name="connsiteX3" fmla="*/ 2800350 w 2800350"/>
              <a:gd name="connsiteY3" fmla="*/ 2083594 h 2083594"/>
              <a:gd name="connsiteX4" fmla="*/ 0 w 2800350"/>
              <a:gd name="connsiteY4" fmla="*/ 1935957 h 2083594"/>
              <a:gd name="connsiteX0" fmla="*/ 0 w 3352800"/>
              <a:gd name="connsiteY0" fmla="*/ 2083594 h 2083594"/>
              <a:gd name="connsiteX1" fmla="*/ 3033712 w 3352800"/>
              <a:gd name="connsiteY1" fmla="*/ 0 h 2083594"/>
              <a:gd name="connsiteX2" fmla="*/ 3352800 w 3352800"/>
              <a:gd name="connsiteY2" fmla="*/ 80963 h 2083594"/>
              <a:gd name="connsiteX3" fmla="*/ 3352800 w 3352800"/>
              <a:gd name="connsiteY3" fmla="*/ 2083594 h 2083594"/>
              <a:gd name="connsiteX4" fmla="*/ 0 w 3352800"/>
              <a:gd name="connsiteY4" fmla="*/ 2083594 h 2083594"/>
              <a:gd name="connsiteX0" fmla="*/ 0 w 3352800"/>
              <a:gd name="connsiteY0" fmla="*/ 2002631 h 2002631"/>
              <a:gd name="connsiteX1" fmla="*/ 3033712 w 3352800"/>
              <a:gd name="connsiteY1" fmla="*/ 157162 h 2002631"/>
              <a:gd name="connsiteX2" fmla="*/ 3352800 w 3352800"/>
              <a:gd name="connsiteY2" fmla="*/ 0 h 2002631"/>
              <a:gd name="connsiteX3" fmla="*/ 3352800 w 3352800"/>
              <a:gd name="connsiteY3" fmla="*/ 2002631 h 2002631"/>
              <a:gd name="connsiteX4" fmla="*/ 0 w 3352800"/>
              <a:gd name="connsiteY4" fmla="*/ 2002631 h 2002631"/>
              <a:gd name="connsiteX0" fmla="*/ 0 w 3352800"/>
              <a:gd name="connsiteY0" fmla="*/ 2002631 h 2002631"/>
              <a:gd name="connsiteX1" fmla="*/ 2988469 w 3352800"/>
              <a:gd name="connsiteY1" fmla="*/ 59530 h 2002631"/>
              <a:gd name="connsiteX2" fmla="*/ 3352800 w 3352800"/>
              <a:gd name="connsiteY2" fmla="*/ 0 h 2002631"/>
              <a:gd name="connsiteX3" fmla="*/ 3352800 w 3352800"/>
              <a:gd name="connsiteY3" fmla="*/ 2002631 h 2002631"/>
              <a:gd name="connsiteX4" fmla="*/ 0 w 3352800"/>
              <a:gd name="connsiteY4" fmla="*/ 2002631 h 2002631"/>
              <a:gd name="connsiteX0" fmla="*/ 0 w 3352800"/>
              <a:gd name="connsiteY0" fmla="*/ 2002631 h 2002631"/>
              <a:gd name="connsiteX1" fmla="*/ 2833966 w 3352800"/>
              <a:gd name="connsiteY1" fmla="*/ 425 h 2002631"/>
              <a:gd name="connsiteX2" fmla="*/ 3352800 w 3352800"/>
              <a:gd name="connsiteY2" fmla="*/ 0 h 2002631"/>
              <a:gd name="connsiteX3" fmla="*/ 3352800 w 3352800"/>
              <a:gd name="connsiteY3" fmla="*/ 2002631 h 2002631"/>
              <a:gd name="connsiteX4" fmla="*/ 0 w 3352800"/>
              <a:gd name="connsiteY4" fmla="*/ 2002631 h 2002631"/>
              <a:gd name="connsiteX0" fmla="*/ 0 w 3352800"/>
              <a:gd name="connsiteY0" fmla="*/ 2002631 h 2002631"/>
              <a:gd name="connsiteX1" fmla="*/ 2845314 w 3352800"/>
              <a:gd name="connsiteY1" fmla="*/ 12246 h 2002631"/>
              <a:gd name="connsiteX2" fmla="*/ 3352800 w 3352800"/>
              <a:gd name="connsiteY2" fmla="*/ 0 h 2002631"/>
              <a:gd name="connsiteX3" fmla="*/ 3352800 w 3352800"/>
              <a:gd name="connsiteY3" fmla="*/ 2002631 h 2002631"/>
              <a:gd name="connsiteX4" fmla="*/ 0 w 3352800"/>
              <a:gd name="connsiteY4" fmla="*/ 2002631 h 2002631"/>
              <a:gd name="connsiteX0" fmla="*/ 0 w 3352800"/>
              <a:gd name="connsiteY0" fmla="*/ 2002631 h 2002631"/>
              <a:gd name="connsiteX1" fmla="*/ 2834839 w 3352800"/>
              <a:gd name="connsiteY1" fmla="*/ 425 h 2002631"/>
              <a:gd name="connsiteX2" fmla="*/ 3352800 w 3352800"/>
              <a:gd name="connsiteY2" fmla="*/ 0 h 2002631"/>
              <a:gd name="connsiteX3" fmla="*/ 3352800 w 3352800"/>
              <a:gd name="connsiteY3" fmla="*/ 2002631 h 2002631"/>
              <a:gd name="connsiteX4" fmla="*/ 0 w 3352800"/>
              <a:gd name="connsiteY4" fmla="*/ 2002631 h 2002631"/>
              <a:gd name="connsiteX0" fmla="*/ 0 w 3352800"/>
              <a:gd name="connsiteY0" fmla="*/ 2002631 h 2002631"/>
              <a:gd name="connsiteX1" fmla="*/ 2875865 w 3352800"/>
              <a:gd name="connsiteY1" fmla="*/ 81782 h 2002631"/>
              <a:gd name="connsiteX2" fmla="*/ 3352800 w 3352800"/>
              <a:gd name="connsiteY2" fmla="*/ 0 h 2002631"/>
              <a:gd name="connsiteX3" fmla="*/ 3352800 w 3352800"/>
              <a:gd name="connsiteY3" fmla="*/ 2002631 h 2002631"/>
              <a:gd name="connsiteX4" fmla="*/ 0 w 3352800"/>
              <a:gd name="connsiteY4" fmla="*/ 2002631 h 2002631"/>
              <a:gd name="connsiteX0" fmla="*/ 0 w 3352800"/>
              <a:gd name="connsiteY0" fmla="*/ 2002901 h 2002901"/>
              <a:gd name="connsiteX1" fmla="*/ 2836585 w 3352800"/>
              <a:gd name="connsiteY1" fmla="*/ 0 h 2002901"/>
              <a:gd name="connsiteX2" fmla="*/ 3352800 w 3352800"/>
              <a:gd name="connsiteY2" fmla="*/ 270 h 2002901"/>
              <a:gd name="connsiteX3" fmla="*/ 3352800 w 3352800"/>
              <a:gd name="connsiteY3" fmla="*/ 2002901 h 2002901"/>
              <a:gd name="connsiteX4" fmla="*/ 0 w 3352800"/>
              <a:gd name="connsiteY4" fmla="*/ 2002901 h 20029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352800" h="2002901">
                <a:moveTo>
                  <a:pt x="0" y="2002901"/>
                </a:moveTo>
                <a:lnTo>
                  <a:pt x="2836585" y="0"/>
                </a:lnTo>
                <a:lnTo>
                  <a:pt x="3352800" y="270"/>
                </a:lnTo>
                <a:lnTo>
                  <a:pt x="3352800" y="2002901"/>
                </a:lnTo>
                <a:lnTo>
                  <a:pt x="0" y="2002901"/>
                </a:lnTo>
                <a:close/>
              </a:path>
            </a:pathLst>
          </a:custGeom>
          <a:solidFill>
            <a:schemeClr val="accent3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 rot="19140000">
            <a:off x="817112" y="1730403"/>
            <a:ext cx="5648623" cy="1204306"/>
          </a:xfrm>
        </p:spPr>
        <p:txBody>
          <a:bodyPr bIns="9144"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 rot="19140000">
            <a:off x="1212277" y="2470925"/>
            <a:ext cx="6511131" cy="329259"/>
          </a:xfrm>
        </p:spPr>
        <p:txBody>
          <a:bodyPr tIns="9144">
            <a:normAutofit/>
          </a:bodyPr>
          <a:lstStyle>
            <a:lvl1pPr marL="0" indent="0" algn="l">
              <a:buNone/>
              <a:defRPr kumimoji="0" lang="en-US" sz="1400" b="0" i="0" u="none" strike="noStrike" kern="1200" cap="all" spc="40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j-ea"/>
                <a:cs typeface="Tunga" pitchFamily="2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Arial" pitchFamily="34" charset="0"/>
              <a:buNone/>
              <a:tabLst/>
              <a:defRPr/>
            </a:pPr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20F362-5367-4952-8505-8591A8C420AC}" type="datetimeFigureOut">
              <a:rPr lang="en-IN" smtClean="0"/>
              <a:t>09-08-2026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91F441-6F4C-4C2E-89ED-D1B86A2926C0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20F362-5367-4952-8505-8591A8C420AC}" type="datetimeFigureOut">
              <a:rPr lang="en-IN" smtClean="0"/>
              <a:t>09-08-2026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91F441-6F4C-4C2E-89ED-D1B86A2926C0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7"/>
          <p:cNvSpPr/>
          <p:nvPr/>
        </p:nvSpPr>
        <p:spPr>
          <a:xfrm>
            <a:off x="-2380" y="-925"/>
            <a:ext cx="9146380" cy="6858925"/>
          </a:xfrm>
          <a:custGeom>
            <a:avLst/>
            <a:gdLst>
              <a:gd name="connsiteX0" fmla="*/ 0 w 3350419"/>
              <a:gd name="connsiteY0" fmla="*/ 2081213 h 2083594"/>
              <a:gd name="connsiteX1" fmla="*/ 3031331 w 3350419"/>
              <a:gd name="connsiteY1" fmla="*/ 0 h 2083594"/>
              <a:gd name="connsiteX2" fmla="*/ 3350419 w 3350419"/>
              <a:gd name="connsiteY2" fmla="*/ 80963 h 2083594"/>
              <a:gd name="connsiteX3" fmla="*/ 3350419 w 3350419"/>
              <a:gd name="connsiteY3" fmla="*/ 2083594 h 2083594"/>
              <a:gd name="connsiteX4" fmla="*/ 0 w 3350419"/>
              <a:gd name="connsiteY4" fmla="*/ 2081213 h 2083594"/>
              <a:gd name="connsiteX0" fmla="*/ 0 w 3112294"/>
              <a:gd name="connsiteY0" fmla="*/ 2019301 h 2083594"/>
              <a:gd name="connsiteX1" fmla="*/ 2793206 w 3112294"/>
              <a:gd name="connsiteY1" fmla="*/ 0 h 2083594"/>
              <a:gd name="connsiteX2" fmla="*/ 3112294 w 3112294"/>
              <a:gd name="connsiteY2" fmla="*/ 80963 h 2083594"/>
              <a:gd name="connsiteX3" fmla="*/ 3112294 w 3112294"/>
              <a:gd name="connsiteY3" fmla="*/ 2083594 h 2083594"/>
              <a:gd name="connsiteX4" fmla="*/ 0 w 3112294"/>
              <a:gd name="connsiteY4" fmla="*/ 2019301 h 2083594"/>
              <a:gd name="connsiteX0" fmla="*/ 0 w 3345656"/>
              <a:gd name="connsiteY0" fmla="*/ 2097882 h 2097882"/>
              <a:gd name="connsiteX1" fmla="*/ 3026568 w 3345656"/>
              <a:gd name="connsiteY1" fmla="*/ 0 h 2097882"/>
              <a:gd name="connsiteX2" fmla="*/ 3345656 w 3345656"/>
              <a:gd name="connsiteY2" fmla="*/ 80963 h 2097882"/>
              <a:gd name="connsiteX3" fmla="*/ 3345656 w 3345656"/>
              <a:gd name="connsiteY3" fmla="*/ 2083594 h 2097882"/>
              <a:gd name="connsiteX4" fmla="*/ 0 w 3345656"/>
              <a:gd name="connsiteY4" fmla="*/ 2097882 h 2097882"/>
              <a:gd name="connsiteX0" fmla="*/ 0 w 2800350"/>
              <a:gd name="connsiteY0" fmla="*/ 1935957 h 2083594"/>
              <a:gd name="connsiteX1" fmla="*/ 2481262 w 2800350"/>
              <a:gd name="connsiteY1" fmla="*/ 0 h 2083594"/>
              <a:gd name="connsiteX2" fmla="*/ 2800350 w 2800350"/>
              <a:gd name="connsiteY2" fmla="*/ 80963 h 2083594"/>
              <a:gd name="connsiteX3" fmla="*/ 2800350 w 2800350"/>
              <a:gd name="connsiteY3" fmla="*/ 2083594 h 2083594"/>
              <a:gd name="connsiteX4" fmla="*/ 0 w 2800350"/>
              <a:gd name="connsiteY4" fmla="*/ 1935957 h 2083594"/>
              <a:gd name="connsiteX0" fmla="*/ 0 w 3352800"/>
              <a:gd name="connsiteY0" fmla="*/ 2083594 h 2083594"/>
              <a:gd name="connsiteX1" fmla="*/ 3033712 w 3352800"/>
              <a:gd name="connsiteY1" fmla="*/ 0 h 2083594"/>
              <a:gd name="connsiteX2" fmla="*/ 3352800 w 3352800"/>
              <a:gd name="connsiteY2" fmla="*/ 80963 h 2083594"/>
              <a:gd name="connsiteX3" fmla="*/ 3352800 w 3352800"/>
              <a:gd name="connsiteY3" fmla="*/ 2083594 h 2083594"/>
              <a:gd name="connsiteX4" fmla="*/ 0 w 3352800"/>
              <a:gd name="connsiteY4" fmla="*/ 2083594 h 2083594"/>
              <a:gd name="connsiteX0" fmla="*/ 0 w 3352800"/>
              <a:gd name="connsiteY0" fmla="*/ 2002631 h 2002631"/>
              <a:gd name="connsiteX1" fmla="*/ 3033712 w 3352800"/>
              <a:gd name="connsiteY1" fmla="*/ 157162 h 2002631"/>
              <a:gd name="connsiteX2" fmla="*/ 3352800 w 3352800"/>
              <a:gd name="connsiteY2" fmla="*/ 0 h 2002631"/>
              <a:gd name="connsiteX3" fmla="*/ 3352800 w 3352800"/>
              <a:gd name="connsiteY3" fmla="*/ 2002631 h 2002631"/>
              <a:gd name="connsiteX4" fmla="*/ 0 w 3352800"/>
              <a:gd name="connsiteY4" fmla="*/ 2002631 h 2002631"/>
              <a:gd name="connsiteX0" fmla="*/ 0 w 3352800"/>
              <a:gd name="connsiteY0" fmla="*/ 2002631 h 2002631"/>
              <a:gd name="connsiteX1" fmla="*/ 2988469 w 3352800"/>
              <a:gd name="connsiteY1" fmla="*/ 59530 h 2002631"/>
              <a:gd name="connsiteX2" fmla="*/ 3352800 w 3352800"/>
              <a:gd name="connsiteY2" fmla="*/ 0 h 2002631"/>
              <a:gd name="connsiteX3" fmla="*/ 3352800 w 3352800"/>
              <a:gd name="connsiteY3" fmla="*/ 2002631 h 2002631"/>
              <a:gd name="connsiteX4" fmla="*/ 0 w 3352800"/>
              <a:gd name="connsiteY4" fmla="*/ 2002631 h 2002631"/>
              <a:gd name="connsiteX0" fmla="*/ 0 w 3352800"/>
              <a:gd name="connsiteY0" fmla="*/ 2002631 h 2002631"/>
              <a:gd name="connsiteX1" fmla="*/ 2833966 w 3352800"/>
              <a:gd name="connsiteY1" fmla="*/ 425 h 2002631"/>
              <a:gd name="connsiteX2" fmla="*/ 3352800 w 3352800"/>
              <a:gd name="connsiteY2" fmla="*/ 0 h 2002631"/>
              <a:gd name="connsiteX3" fmla="*/ 3352800 w 3352800"/>
              <a:gd name="connsiteY3" fmla="*/ 2002631 h 2002631"/>
              <a:gd name="connsiteX4" fmla="*/ 0 w 3352800"/>
              <a:gd name="connsiteY4" fmla="*/ 2002631 h 2002631"/>
              <a:gd name="connsiteX0" fmla="*/ 0 w 3352800"/>
              <a:gd name="connsiteY0" fmla="*/ 2002631 h 2002631"/>
              <a:gd name="connsiteX1" fmla="*/ 2845314 w 3352800"/>
              <a:gd name="connsiteY1" fmla="*/ 12246 h 2002631"/>
              <a:gd name="connsiteX2" fmla="*/ 3352800 w 3352800"/>
              <a:gd name="connsiteY2" fmla="*/ 0 h 2002631"/>
              <a:gd name="connsiteX3" fmla="*/ 3352800 w 3352800"/>
              <a:gd name="connsiteY3" fmla="*/ 2002631 h 2002631"/>
              <a:gd name="connsiteX4" fmla="*/ 0 w 3352800"/>
              <a:gd name="connsiteY4" fmla="*/ 2002631 h 2002631"/>
              <a:gd name="connsiteX0" fmla="*/ 0 w 3352800"/>
              <a:gd name="connsiteY0" fmla="*/ 2002631 h 2002631"/>
              <a:gd name="connsiteX1" fmla="*/ 2834839 w 3352800"/>
              <a:gd name="connsiteY1" fmla="*/ 425 h 2002631"/>
              <a:gd name="connsiteX2" fmla="*/ 3352800 w 3352800"/>
              <a:gd name="connsiteY2" fmla="*/ 0 h 2002631"/>
              <a:gd name="connsiteX3" fmla="*/ 3352800 w 3352800"/>
              <a:gd name="connsiteY3" fmla="*/ 2002631 h 2002631"/>
              <a:gd name="connsiteX4" fmla="*/ 0 w 3352800"/>
              <a:gd name="connsiteY4" fmla="*/ 2002631 h 2002631"/>
              <a:gd name="connsiteX0" fmla="*/ 0 w 3352800"/>
              <a:gd name="connsiteY0" fmla="*/ 2002631 h 2002631"/>
              <a:gd name="connsiteX1" fmla="*/ 2875865 w 3352800"/>
              <a:gd name="connsiteY1" fmla="*/ 81782 h 2002631"/>
              <a:gd name="connsiteX2" fmla="*/ 3352800 w 3352800"/>
              <a:gd name="connsiteY2" fmla="*/ 0 h 2002631"/>
              <a:gd name="connsiteX3" fmla="*/ 3352800 w 3352800"/>
              <a:gd name="connsiteY3" fmla="*/ 2002631 h 2002631"/>
              <a:gd name="connsiteX4" fmla="*/ 0 w 3352800"/>
              <a:gd name="connsiteY4" fmla="*/ 2002631 h 2002631"/>
              <a:gd name="connsiteX0" fmla="*/ 0 w 3352800"/>
              <a:gd name="connsiteY0" fmla="*/ 2002901 h 2002901"/>
              <a:gd name="connsiteX1" fmla="*/ 2836585 w 3352800"/>
              <a:gd name="connsiteY1" fmla="*/ 0 h 2002901"/>
              <a:gd name="connsiteX2" fmla="*/ 3352800 w 3352800"/>
              <a:gd name="connsiteY2" fmla="*/ 270 h 2002901"/>
              <a:gd name="connsiteX3" fmla="*/ 3352800 w 3352800"/>
              <a:gd name="connsiteY3" fmla="*/ 2002901 h 2002901"/>
              <a:gd name="connsiteX4" fmla="*/ 0 w 3352800"/>
              <a:gd name="connsiteY4" fmla="*/ 2002901 h 20029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352800" h="2002901">
                <a:moveTo>
                  <a:pt x="0" y="2002901"/>
                </a:moveTo>
                <a:lnTo>
                  <a:pt x="2836585" y="0"/>
                </a:lnTo>
                <a:lnTo>
                  <a:pt x="3352800" y="270"/>
                </a:lnTo>
                <a:lnTo>
                  <a:pt x="3352800" y="2002901"/>
                </a:lnTo>
                <a:lnTo>
                  <a:pt x="0" y="200290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ight Triangle 6"/>
          <p:cNvSpPr/>
          <p:nvPr/>
        </p:nvSpPr>
        <p:spPr>
          <a:xfrm>
            <a:off x="0" y="2647950"/>
            <a:ext cx="3571875" cy="4210050"/>
          </a:xfrm>
          <a:prstGeom prst="rtTriangle">
            <a:avLst/>
          </a:prstGeom>
          <a:solidFill>
            <a:schemeClr val="accent3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 rot="19140000">
            <a:off x="819399" y="1726737"/>
            <a:ext cx="5650992" cy="1207509"/>
          </a:xfrm>
        </p:spPr>
        <p:txBody>
          <a:bodyPr bIns="9144" anchor="b"/>
          <a:lstStyle>
            <a:lvl1pPr algn="l">
              <a:defRPr kumimoji="0" lang="en-US" sz="3200" b="0" i="0" u="none" strike="noStrike" kern="1200" cap="all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 rot="19140000">
            <a:off x="1216152" y="2468304"/>
            <a:ext cx="6510528" cy="329184"/>
          </a:xfrm>
        </p:spPr>
        <p:txBody>
          <a:bodyPr anchor="t">
            <a:normAutofit/>
          </a:bodyPr>
          <a:lstStyle>
            <a:lvl1pPr marL="0" indent="0">
              <a:buNone/>
              <a:defRPr kumimoji="0" lang="en-US" sz="1400" b="0" i="0" u="none" strike="noStrike" kern="1200" cap="all" spc="40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j-ea"/>
                <a:cs typeface="Tunga" pitchFamily="2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Arial" pitchFamily="34" charset="0"/>
              <a:buNone/>
              <a:tabLst/>
              <a:defRPr/>
            </a:pPr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20F362-5367-4952-8505-8591A8C420AC}" type="datetimeFigureOut">
              <a:rPr lang="en-IN" smtClean="0"/>
              <a:t>09-08-2026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91F441-6F4C-4C2E-89ED-D1B86A2926C0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22960" y="1097280"/>
            <a:ext cx="3200400" cy="371246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00016" y="1097280"/>
            <a:ext cx="3200400" cy="371246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20F362-5367-4952-8505-8591A8C420AC}" type="datetimeFigureOut">
              <a:rPr lang="en-IN" smtClean="0"/>
              <a:t>09-08-2026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91F441-6F4C-4C2E-89ED-D1B86A2926C0}" type="slidenum">
              <a:rPr lang="en-IN" smtClean="0"/>
              <a:t>‹#›</a:t>
            </a:fld>
            <a:endParaRPr lang="en-IN"/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1097280"/>
            <a:ext cx="3200400" cy="548640"/>
          </a:xfrm>
        </p:spPr>
        <p:txBody>
          <a:bodyPr anchor="b">
            <a:normAutofit/>
          </a:bodyPr>
          <a:lstStyle>
            <a:lvl1pPr marL="0" indent="0">
              <a:buNone/>
              <a:defRPr lang="en-US" sz="1400" b="0" kern="1200" cap="all" spc="400" baseline="0" dirty="0" smtClean="0">
                <a:solidFill>
                  <a:schemeClr val="tx1"/>
                </a:solidFill>
                <a:latin typeface="+mn-lt"/>
                <a:ea typeface="+mj-ea"/>
                <a:cs typeface="Tunga" pitchFamily="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Arial" pitchFamily="34" charset="0"/>
              <a:buNone/>
            </a:pPr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19150" y="1701848"/>
            <a:ext cx="3200400" cy="310896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00016" y="1097280"/>
            <a:ext cx="3200400" cy="548640"/>
          </a:xfrm>
        </p:spPr>
        <p:txBody>
          <a:bodyPr anchor="b">
            <a:normAutofit/>
          </a:bodyPr>
          <a:lstStyle>
            <a:lvl1pPr marL="0" indent="0">
              <a:buNone/>
              <a:defRPr lang="en-US" sz="1400" b="0" kern="1200" cap="all" spc="400" baseline="0" dirty="0" smtClean="0">
                <a:solidFill>
                  <a:schemeClr val="tx1"/>
                </a:solidFill>
                <a:latin typeface="+mn-lt"/>
                <a:ea typeface="+mj-ea"/>
                <a:cs typeface="Tunga" pitchFamily="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Arial" pitchFamily="34" charset="0"/>
              <a:buNone/>
            </a:pPr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00016" y="1701848"/>
            <a:ext cx="3200400" cy="310896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20F362-5367-4952-8505-8591A8C420AC}" type="datetimeFigureOut">
              <a:rPr lang="en-IN" smtClean="0"/>
              <a:t>09-08-2026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91F441-6F4C-4C2E-89ED-D1B86A2926C0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20F362-5367-4952-8505-8591A8C420AC}" type="datetimeFigureOut">
              <a:rPr lang="en-IN" smtClean="0"/>
              <a:t>09-08-2026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91F441-6F4C-4C2E-89ED-D1B86A2926C0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20F362-5367-4952-8505-8591A8C420AC}" type="datetimeFigureOut">
              <a:rPr lang="en-IN" smtClean="0"/>
              <a:t>09-08-2026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91F441-6F4C-4C2E-89ED-D1B86A2926C0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ight Triangle 16"/>
          <p:cNvSpPr/>
          <p:nvPr/>
        </p:nvSpPr>
        <p:spPr>
          <a:xfrm>
            <a:off x="0" y="2647950"/>
            <a:ext cx="3571875" cy="4210050"/>
          </a:xfrm>
          <a:prstGeom prst="rtTriangl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ight Triangle 17"/>
          <p:cNvSpPr/>
          <p:nvPr/>
        </p:nvSpPr>
        <p:spPr>
          <a:xfrm rot="5400000">
            <a:off x="433389" y="-433387"/>
            <a:ext cx="6858000" cy="7724778"/>
          </a:xfrm>
          <a:prstGeom prst="rtTriangle">
            <a:avLst/>
          </a:prstGeom>
          <a:solidFill>
            <a:schemeClr val="accent3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914400" rtl="0" eaLnBrk="1" latinLnBrk="0" hangingPunct="1"/>
            <a:endParaRPr lang="en-US" sz="1800" kern="12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 rot="19140000">
            <a:off x="784930" y="1576103"/>
            <a:ext cx="5212080" cy="1089427"/>
          </a:xfrm>
        </p:spPr>
        <p:txBody>
          <a:bodyPr bIns="0" anchor="b"/>
          <a:lstStyle>
            <a:lvl1pPr algn="l">
              <a:defRPr kumimoji="0" lang="en-US" sz="2800" b="0" i="0" u="none" strike="noStrike" kern="1200" cap="all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49552" y="2618912"/>
            <a:ext cx="3807779" cy="3324687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 rot="19140000">
            <a:off x="1297954" y="2253385"/>
            <a:ext cx="5794760" cy="623314"/>
          </a:xfrm>
        </p:spPr>
        <p:txBody>
          <a:bodyPr>
            <a:normAutofit/>
          </a:bodyPr>
          <a:lstStyle>
            <a:lvl1pPr marL="0" indent="0">
              <a:buNone/>
              <a:defRPr lang="en-US" sz="1400" b="1" kern="1200" dirty="0" smtClean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Arial" pitchFamily="34" charset="0"/>
              <a:buNone/>
              <a:tabLst/>
              <a:defRPr/>
            </a:pPr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20F362-5367-4952-8505-8591A8C420AC}" type="datetimeFigureOut">
              <a:rPr lang="en-IN" smtClean="0"/>
              <a:t>09-08-2026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ln>
            <a:solidFill>
              <a:schemeClr val="tx2"/>
            </a:solidFill>
          </a:ln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791F441-6F4C-4C2E-89ED-D1B86A2926C0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/>
          <p:cNvSpPr>
            <a:spLocks noGrp="1"/>
          </p:cNvSpPr>
          <p:nvPr>
            <p:ph type="pic" sz="quarter" idx="14"/>
          </p:nvPr>
        </p:nvSpPr>
        <p:spPr>
          <a:xfrm>
            <a:off x="2028825" y="0"/>
            <a:ext cx="7115175" cy="6858000"/>
          </a:xfrm>
          <a:custGeom>
            <a:avLst/>
            <a:gdLst>
              <a:gd name="connsiteX0" fmla="*/ 0 w 7104888"/>
              <a:gd name="connsiteY0" fmla="*/ 0 h 6858000"/>
              <a:gd name="connsiteX1" fmla="*/ 7104888 w 7104888"/>
              <a:gd name="connsiteY1" fmla="*/ 0 h 6858000"/>
              <a:gd name="connsiteX2" fmla="*/ 7104888 w 7104888"/>
              <a:gd name="connsiteY2" fmla="*/ 6858000 h 6858000"/>
              <a:gd name="connsiteX3" fmla="*/ 0 w 7104888"/>
              <a:gd name="connsiteY3" fmla="*/ 6858000 h 6858000"/>
              <a:gd name="connsiteX4" fmla="*/ 0 w 7104888"/>
              <a:gd name="connsiteY4" fmla="*/ 0 h 6858000"/>
              <a:gd name="connsiteX0" fmla="*/ 0 w 7104888"/>
              <a:gd name="connsiteY0" fmla="*/ 0 h 6858000"/>
              <a:gd name="connsiteX1" fmla="*/ 5695188 w 7104888"/>
              <a:gd name="connsiteY1" fmla="*/ 0 h 6858000"/>
              <a:gd name="connsiteX2" fmla="*/ 7104888 w 7104888"/>
              <a:gd name="connsiteY2" fmla="*/ 0 h 6858000"/>
              <a:gd name="connsiteX3" fmla="*/ 7104888 w 7104888"/>
              <a:gd name="connsiteY3" fmla="*/ 6858000 h 6858000"/>
              <a:gd name="connsiteX4" fmla="*/ 0 w 7104888"/>
              <a:gd name="connsiteY4" fmla="*/ 6858000 h 6858000"/>
              <a:gd name="connsiteX5" fmla="*/ 0 w 7104888"/>
              <a:gd name="connsiteY5" fmla="*/ 0 h 6858000"/>
              <a:gd name="connsiteX0" fmla="*/ 10287 w 7115175"/>
              <a:gd name="connsiteY0" fmla="*/ 0 h 6858000"/>
              <a:gd name="connsiteX1" fmla="*/ 5705475 w 7115175"/>
              <a:gd name="connsiteY1" fmla="*/ 0 h 6858000"/>
              <a:gd name="connsiteX2" fmla="*/ 7115175 w 7115175"/>
              <a:gd name="connsiteY2" fmla="*/ 0 h 6858000"/>
              <a:gd name="connsiteX3" fmla="*/ 7115175 w 7115175"/>
              <a:gd name="connsiteY3" fmla="*/ 6858000 h 6858000"/>
              <a:gd name="connsiteX4" fmla="*/ 10287 w 7115175"/>
              <a:gd name="connsiteY4" fmla="*/ 6858000 h 6858000"/>
              <a:gd name="connsiteX5" fmla="*/ 0 w 7115175"/>
              <a:gd name="connsiteY5" fmla="*/ 5048250 h 6858000"/>
              <a:gd name="connsiteX6" fmla="*/ 10287 w 7115175"/>
              <a:gd name="connsiteY6" fmla="*/ 0 h 6858000"/>
              <a:gd name="connsiteX0" fmla="*/ 10287 w 7115175"/>
              <a:gd name="connsiteY0" fmla="*/ 0 h 6858000"/>
              <a:gd name="connsiteX1" fmla="*/ 5705475 w 7115175"/>
              <a:gd name="connsiteY1" fmla="*/ 0 h 6858000"/>
              <a:gd name="connsiteX2" fmla="*/ 7115175 w 7115175"/>
              <a:gd name="connsiteY2" fmla="*/ 0 h 6858000"/>
              <a:gd name="connsiteX3" fmla="*/ 7115175 w 7115175"/>
              <a:gd name="connsiteY3" fmla="*/ 6858000 h 6858000"/>
              <a:gd name="connsiteX4" fmla="*/ 1533526 w 7115175"/>
              <a:gd name="connsiteY4" fmla="*/ 6848475 h 6858000"/>
              <a:gd name="connsiteX5" fmla="*/ 10287 w 7115175"/>
              <a:gd name="connsiteY5" fmla="*/ 6858000 h 6858000"/>
              <a:gd name="connsiteX6" fmla="*/ 0 w 7115175"/>
              <a:gd name="connsiteY6" fmla="*/ 5048250 h 6858000"/>
              <a:gd name="connsiteX7" fmla="*/ 10287 w 7115175"/>
              <a:gd name="connsiteY7" fmla="*/ 0 h 6858000"/>
              <a:gd name="connsiteX0" fmla="*/ 10287 w 7115175"/>
              <a:gd name="connsiteY0" fmla="*/ 0 h 6858000"/>
              <a:gd name="connsiteX1" fmla="*/ 5705475 w 7115175"/>
              <a:gd name="connsiteY1" fmla="*/ 0 h 6858000"/>
              <a:gd name="connsiteX2" fmla="*/ 7115175 w 7115175"/>
              <a:gd name="connsiteY2" fmla="*/ 0 h 6858000"/>
              <a:gd name="connsiteX3" fmla="*/ 7115175 w 7115175"/>
              <a:gd name="connsiteY3" fmla="*/ 6858000 h 6858000"/>
              <a:gd name="connsiteX4" fmla="*/ 1533526 w 7115175"/>
              <a:gd name="connsiteY4" fmla="*/ 6848475 h 6858000"/>
              <a:gd name="connsiteX5" fmla="*/ 0 w 7115175"/>
              <a:gd name="connsiteY5" fmla="*/ 5048250 h 6858000"/>
              <a:gd name="connsiteX6" fmla="*/ 10287 w 7115175"/>
              <a:gd name="connsiteY6" fmla="*/ 0 h 6858000"/>
              <a:gd name="connsiteX0" fmla="*/ 0 w 7115175"/>
              <a:gd name="connsiteY0" fmla="*/ 5048250 h 6858000"/>
              <a:gd name="connsiteX1" fmla="*/ 5705475 w 7115175"/>
              <a:gd name="connsiteY1" fmla="*/ 0 h 6858000"/>
              <a:gd name="connsiteX2" fmla="*/ 7115175 w 7115175"/>
              <a:gd name="connsiteY2" fmla="*/ 0 h 6858000"/>
              <a:gd name="connsiteX3" fmla="*/ 7115175 w 7115175"/>
              <a:gd name="connsiteY3" fmla="*/ 6858000 h 6858000"/>
              <a:gd name="connsiteX4" fmla="*/ 1533526 w 7115175"/>
              <a:gd name="connsiteY4" fmla="*/ 6848475 h 6858000"/>
              <a:gd name="connsiteX5" fmla="*/ 0 w 7115175"/>
              <a:gd name="connsiteY5" fmla="*/ 504825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115175" h="6858000">
                <a:moveTo>
                  <a:pt x="0" y="5048250"/>
                </a:moveTo>
                <a:lnTo>
                  <a:pt x="5705475" y="0"/>
                </a:lnTo>
                <a:lnTo>
                  <a:pt x="7115175" y="0"/>
                </a:lnTo>
                <a:lnTo>
                  <a:pt x="7115175" y="6858000"/>
                </a:lnTo>
                <a:lnTo>
                  <a:pt x="1533526" y="6848475"/>
                </a:lnTo>
                <a:lnTo>
                  <a:pt x="0" y="5048250"/>
                </a:lnTo>
                <a:close/>
              </a:path>
            </a:pathLst>
          </a:custGeom>
          <a:solidFill>
            <a:schemeClr val="accent3">
              <a:alpha val="80000"/>
            </a:schemeClr>
          </a:solidFill>
        </p:spPr>
        <p:txBody>
          <a:bodyPr rIns="182880" anchor="ctr"/>
          <a:lstStyle>
            <a:lvl1pPr algn="r">
              <a:defRPr/>
            </a:lvl1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9" name="Right Triangle 8"/>
          <p:cNvSpPr/>
          <p:nvPr/>
        </p:nvSpPr>
        <p:spPr>
          <a:xfrm>
            <a:off x="0" y="2647950"/>
            <a:ext cx="3571875" cy="4210050"/>
          </a:xfrm>
          <a:prstGeom prst="rtTriangl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 9"/>
          <p:cNvSpPr/>
          <p:nvPr/>
        </p:nvSpPr>
        <p:spPr>
          <a:xfrm>
            <a:off x="0" y="5048250"/>
            <a:ext cx="3571875" cy="1809750"/>
          </a:xfrm>
          <a:custGeom>
            <a:avLst/>
            <a:gdLst>
              <a:gd name="connsiteX0" fmla="*/ 0 w 3571875"/>
              <a:gd name="connsiteY0" fmla="*/ 4210050 h 4210050"/>
              <a:gd name="connsiteX1" fmla="*/ 0 w 3571875"/>
              <a:gd name="connsiteY1" fmla="*/ 0 h 4210050"/>
              <a:gd name="connsiteX2" fmla="*/ 3571875 w 3571875"/>
              <a:gd name="connsiteY2" fmla="*/ 4210050 h 4210050"/>
              <a:gd name="connsiteX3" fmla="*/ 0 w 3571875"/>
              <a:gd name="connsiteY3" fmla="*/ 4210050 h 4210050"/>
              <a:gd name="connsiteX0" fmla="*/ 0 w 3571875"/>
              <a:gd name="connsiteY0" fmla="*/ 1809750 h 1809750"/>
              <a:gd name="connsiteX1" fmla="*/ 1895475 w 3571875"/>
              <a:gd name="connsiteY1" fmla="*/ 0 h 1809750"/>
              <a:gd name="connsiteX2" fmla="*/ 3571875 w 3571875"/>
              <a:gd name="connsiteY2" fmla="*/ 1809750 h 1809750"/>
              <a:gd name="connsiteX3" fmla="*/ 0 w 3571875"/>
              <a:gd name="connsiteY3" fmla="*/ 1809750 h 1809750"/>
              <a:gd name="connsiteX0" fmla="*/ 0 w 3571875"/>
              <a:gd name="connsiteY0" fmla="*/ 1809750 h 1809750"/>
              <a:gd name="connsiteX1" fmla="*/ 2038350 w 3571875"/>
              <a:gd name="connsiteY1" fmla="*/ 0 h 1809750"/>
              <a:gd name="connsiteX2" fmla="*/ 3571875 w 3571875"/>
              <a:gd name="connsiteY2" fmla="*/ 1809750 h 1809750"/>
              <a:gd name="connsiteX3" fmla="*/ 0 w 3571875"/>
              <a:gd name="connsiteY3" fmla="*/ 1809750 h 18097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571875" h="1809750">
                <a:moveTo>
                  <a:pt x="0" y="1809750"/>
                </a:moveTo>
                <a:lnTo>
                  <a:pt x="2038350" y="0"/>
                </a:lnTo>
                <a:lnTo>
                  <a:pt x="3571875" y="1809750"/>
                </a:lnTo>
                <a:lnTo>
                  <a:pt x="0" y="1809750"/>
                </a:lnTo>
                <a:close/>
              </a:path>
            </a:pathLst>
          </a:custGeom>
          <a:solidFill>
            <a:schemeClr val="accent3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 rot="19140000">
            <a:off x="671197" y="1717501"/>
            <a:ext cx="5486400" cy="867444"/>
          </a:xfrm>
        </p:spPr>
        <p:txBody>
          <a:bodyPr anchor="b"/>
          <a:lstStyle>
            <a:lvl1pPr algn="l">
              <a:defRPr sz="2800" b="0">
                <a:latin typeface="+mj-lt"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 rot="19140000">
            <a:off x="1143479" y="2180529"/>
            <a:ext cx="6096545" cy="740664"/>
          </a:xfrm>
        </p:spPr>
        <p:txBody>
          <a:bodyPr/>
          <a:lstStyle>
            <a:lvl1pPr marL="0" indent="0">
              <a:buNone/>
              <a:defRPr sz="1400">
                <a:solidFill>
                  <a:schemeClr val="tx2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20F362-5367-4952-8505-8591A8C420AC}" type="datetimeFigureOut">
              <a:rPr lang="en-IN" smtClean="0"/>
              <a:t>09-08-2026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91F441-6F4C-4C2E-89ED-D1B86A2926C0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20F362-5367-4952-8505-8591A8C420AC}" type="datetimeFigureOut">
              <a:rPr lang="en-IN" smtClean="0"/>
              <a:t>09-08-2026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91F441-6F4C-4C2E-89ED-D1B86A2926C0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9"/>
            <a:ext cx="2057400" cy="4678362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9"/>
            <a:ext cx="6019800" cy="4678362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20F362-5367-4952-8505-8591A8C420AC}" type="datetimeFigureOut">
              <a:rPr lang="en-IN" smtClean="0"/>
              <a:t>09-08-2026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91F441-6F4C-4C2E-89ED-D1B86A2926C0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/>
          <p:nvPr/>
        </p:nvSpPr>
        <p:spPr>
          <a:xfrm>
            <a:off x="-2382" y="5050633"/>
            <a:ext cx="3574257" cy="1807368"/>
          </a:xfrm>
          <a:custGeom>
            <a:avLst/>
            <a:gdLst>
              <a:gd name="connsiteX0" fmla="*/ 0 w 3571875"/>
              <a:gd name="connsiteY0" fmla="*/ 4210050 h 4210050"/>
              <a:gd name="connsiteX1" fmla="*/ 0 w 3571875"/>
              <a:gd name="connsiteY1" fmla="*/ 0 h 4210050"/>
              <a:gd name="connsiteX2" fmla="*/ 3571875 w 3571875"/>
              <a:gd name="connsiteY2" fmla="*/ 4210050 h 4210050"/>
              <a:gd name="connsiteX3" fmla="*/ 0 w 3571875"/>
              <a:gd name="connsiteY3" fmla="*/ 4210050 h 4210050"/>
              <a:gd name="connsiteX0" fmla="*/ 0 w 3571875"/>
              <a:gd name="connsiteY0" fmla="*/ 4210050 h 4210050"/>
              <a:gd name="connsiteX1" fmla="*/ 0 w 3571875"/>
              <a:gd name="connsiteY1" fmla="*/ 0 h 4210050"/>
              <a:gd name="connsiteX2" fmla="*/ 2028825 w 3571875"/>
              <a:gd name="connsiteY2" fmla="*/ 2388394 h 4210050"/>
              <a:gd name="connsiteX3" fmla="*/ 3571875 w 3571875"/>
              <a:gd name="connsiteY3" fmla="*/ 4210050 h 4210050"/>
              <a:gd name="connsiteX4" fmla="*/ 0 w 3571875"/>
              <a:gd name="connsiteY4" fmla="*/ 4210050 h 4210050"/>
              <a:gd name="connsiteX0" fmla="*/ 0 w 3571875"/>
              <a:gd name="connsiteY0" fmla="*/ 4210050 h 4210050"/>
              <a:gd name="connsiteX1" fmla="*/ 0 w 3571875"/>
              <a:gd name="connsiteY1" fmla="*/ 0 h 4210050"/>
              <a:gd name="connsiteX2" fmla="*/ 2028825 w 3571875"/>
              <a:gd name="connsiteY2" fmla="*/ 2205038 h 4210050"/>
              <a:gd name="connsiteX3" fmla="*/ 3571875 w 3571875"/>
              <a:gd name="connsiteY3" fmla="*/ 4210050 h 4210050"/>
              <a:gd name="connsiteX4" fmla="*/ 0 w 3571875"/>
              <a:gd name="connsiteY4" fmla="*/ 4210050 h 4210050"/>
              <a:gd name="connsiteX0" fmla="*/ 0 w 3571875"/>
              <a:gd name="connsiteY0" fmla="*/ 4210050 h 4210050"/>
              <a:gd name="connsiteX1" fmla="*/ 0 w 3571875"/>
              <a:gd name="connsiteY1" fmla="*/ 0 h 4210050"/>
              <a:gd name="connsiteX2" fmla="*/ 2028825 w 3571875"/>
              <a:gd name="connsiteY2" fmla="*/ 2393157 h 4210050"/>
              <a:gd name="connsiteX3" fmla="*/ 3571875 w 3571875"/>
              <a:gd name="connsiteY3" fmla="*/ 4210050 h 4210050"/>
              <a:gd name="connsiteX4" fmla="*/ 0 w 3571875"/>
              <a:gd name="connsiteY4" fmla="*/ 4210050 h 4210050"/>
              <a:gd name="connsiteX0" fmla="*/ 0 w 3571875"/>
              <a:gd name="connsiteY0" fmla="*/ 4210050 h 4210050"/>
              <a:gd name="connsiteX1" fmla="*/ 0 w 3571875"/>
              <a:gd name="connsiteY1" fmla="*/ 0 h 4210050"/>
              <a:gd name="connsiteX2" fmla="*/ 2028825 w 3571875"/>
              <a:gd name="connsiteY2" fmla="*/ 2393157 h 4210050"/>
              <a:gd name="connsiteX3" fmla="*/ 3571875 w 3571875"/>
              <a:gd name="connsiteY3" fmla="*/ 4210050 h 4210050"/>
              <a:gd name="connsiteX4" fmla="*/ 0 w 3571875"/>
              <a:gd name="connsiteY4" fmla="*/ 4210050 h 4210050"/>
              <a:gd name="connsiteX0" fmla="*/ 0 w 3571875"/>
              <a:gd name="connsiteY0" fmla="*/ 4210050 h 4210050"/>
              <a:gd name="connsiteX1" fmla="*/ 0 w 3571875"/>
              <a:gd name="connsiteY1" fmla="*/ 0 h 4210050"/>
              <a:gd name="connsiteX2" fmla="*/ 2028825 w 3571875"/>
              <a:gd name="connsiteY2" fmla="*/ 2281238 h 4210050"/>
              <a:gd name="connsiteX3" fmla="*/ 3571875 w 3571875"/>
              <a:gd name="connsiteY3" fmla="*/ 4210050 h 4210050"/>
              <a:gd name="connsiteX4" fmla="*/ 0 w 3571875"/>
              <a:gd name="connsiteY4" fmla="*/ 4210050 h 4210050"/>
              <a:gd name="connsiteX0" fmla="*/ 0 w 3571875"/>
              <a:gd name="connsiteY0" fmla="*/ 4210050 h 4210050"/>
              <a:gd name="connsiteX1" fmla="*/ 0 w 3571875"/>
              <a:gd name="connsiteY1" fmla="*/ 0 h 4210050"/>
              <a:gd name="connsiteX2" fmla="*/ 2028825 w 3571875"/>
              <a:gd name="connsiteY2" fmla="*/ 2393157 h 4210050"/>
              <a:gd name="connsiteX3" fmla="*/ 3571875 w 3571875"/>
              <a:gd name="connsiteY3" fmla="*/ 4210050 h 4210050"/>
              <a:gd name="connsiteX4" fmla="*/ 0 w 3571875"/>
              <a:gd name="connsiteY4" fmla="*/ 4210050 h 4210050"/>
              <a:gd name="connsiteX0" fmla="*/ 0 w 3571875"/>
              <a:gd name="connsiteY0" fmla="*/ 4210050 h 4210050"/>
              <a:gd name="connsiteX1" fmla="*/ 0 w 3571875"/>
              <a:gd name="connsiteY1" fmla="*/ 0 h 4210050"/>
              <a:gd name="connsiteX2" fmla="*/ 2028825 w 3571875"/>
              <a:gd name="connsiteY2" fmla="*/ 2393157 h 4210050"/>
              <a:gd name="connsiteX3" fmla="*/ 3571875 w 3571875"/>
              <a:gd name="connsiteY3" fmla="*/ 4210050 h 4210050"/>
              <a:gd name="connsiteX4" fmla="*/ 0 w 3571875"/>
              <a:gd name="connsiteY4" fmla="*/ 4210050 h 4210050"/>
              <a:gd name="connsiteX0" fmla="*/ 0 w 3571875"/>
              <a:gd name="connsiteY0" fmla="*/ 4210050 h 4210050"/>
              <a:gd name="connsiteX1" fmla="*/ 0 w 3571875"/>
              <a:gd name="connsiteY1" fmla="*/ 0 h 4210050"/>
              <a:gd name="connsiteX2" fmla="*/ 2076450 w 3571875"/>
              <a:gd name="connsiteY2" fmla="*/ 2274094 h 4210050"/>
              <a:gd name="connsiteX3" fmla="*/ 3571875 w 3571875"/>
              <a:gd name="connsiteY3" fmla="*/ 4210050 h 4210050"/>
              <a:gd name="connsiteX4" fmla="*/ 0 w 3571875"/>
              <a:gd name="connsiteY4" fmla="*/ 4210050 h 4210050"/>
              <a:gd name="connsiteX0" fmla="*/ 0 w 3571875"/>
              <a:gd name="connsiteY0" fmla="*/ 4210050 h 4210050"/>
              <a:gd name="connsiteX1" fmla="*/ 0 w 3571875"/>
              <a:gd name="connsiteY1" fmla="*/ 0 h 4210050"/>
              <a:gd name="connsiteX2" fmla="*/ 2245519 w 3571875"/>
              <a:gd name="connsiteY2" fmla="*/ 2405063 h 4210050"/>
              <a:gd name="connsiteX3" fmla="*/ 3571875 w 3571875"/>
              <a:gd name="connsiteY3" fmla="*/ 4210050 h 4210050"/>
              <a:gd name="connsiteX4" fmla="*/ 0 w 3571875"/>
              <a:gd name="connsiteY4" fmla="*/ 4210050 h 4210050"/>
              <a:gd name="connsiteX0" fmla="*/ 0 w 3571875"/>
              <a:gd name="connsiteY0" fmla="*/ 4210050 h 4210050"/>
              <a:gd name="connsiteX1" fmla="*/ 0 w 3571875"/>
              <a:gd name="connsiteY1" fmla="*/ 0 h 4210050"/>
              <a:gd name="connsiteX2" fmla="*/ 2038350 w 3571875"/>
              <a:gd name="connsiteY2" fmla="*/ 2405063 h 4210050"/>
              <a:gd name="connsiteX3" fmla="*/ 3571875 w 3571875"/>
              <a:gd name="connsiteY3" fmla="*/ 4210050 h 4210050"/>
              <a:gd name="connsiteX4" fmla="*/ 0 w 3571875"/>
              <a:gd name="connsiteY4" fmla="*/ 4210050 h 4210050"/>
              <a:gd name="connsiteX0" fmla="*/ 0 w 3571875"/>
              <a:gd name="connsiteY0" fmla="*/ 2433637 h 2433637"/>
              <a:gd name="connsiteX1" fmla="*/ 257175 w 3571875"/>
              <a:gd name="connsiteY1" fmla="*/ 0 h 2433637"/>
              <a:gd name="connsiteX2" fmla="*/ 2038350 w 3571875"/>
              <a:gd name="connsiteY2" fmla="*/ 628650 h 2433637"/>
              <a:gd name="connsiteX3" fmla="*/ 3571875 w 3571875"/>
              <a:gd name="connsiteY3" fmla="*/ 2433637 h 2433637"/>
              <a:gd name="connsiteX4" fmla="*/ 0 w 3571875"/>
              <a:gd name="connsiteY4" fmla="*/ 2433637 h 2433637"/>
              <a:gd name="connsiteX0" fmla="*/ 2382 w 3574257"/>
              <a:gd name="connsiteY0" fmla="*/ 1807368 h 1807368"/>
              <a:gd name="connsiteX1" fmla="*/ 0 w 3574257"/>
              <a:gd name="connsiteY1" fmla="*/ 0 h 1807368"/>
              <a:gd name="connsiteX2" fmla="*/ 2040732 w 3574257"/>
              <a:gd name="connsiteY2" fmla="*/ 2381 h 1807368"/>
              <a:gd name="connsiteX3" fmla="*/ 3574257 w 3574257"/>
              <a:gd name="connsiteY3" fmla="*/ 1807368 h 1807368"/>
              <a:gd name="connsiteX4" fmla="*/ 2382 w 3574257"/>
              <a:gd name="connsiteY4" fmla="*/ 1807368 h 1807368"/>
              <a:gd name="connsiteX0" fmla="*/ 2382 w 3574257"/>
              <a:gd name="connsiteY0" fmla="*/ 1807368 h 1807368"/>
              <a:gd name="connsiteX1" fmla="*/ 0 w 3574257"/>
              <a:gd name="connsiteY1" fmla="*/ 0 h 1807368"/>
              <a:gd name="connsiteX2" fmla="*/ 1924051 w 3574257"/>
              <a:gd name="connsiteY2" fmla="*/ 307181 h 1807368"/>
              <a:gd name="connsiteX3" fmla="*/ 3574257 w 3574257"/>
              <a:gd name="connsiteY3" fmla="*/ 1807368 h 1807368"/>
              <a:gd name="connsiteX4" fmla="*/ 2382 w 3574257"/>
              <a:gd name="connsiteY4" fmla="*/ 1807368 h 1807368"/>
              <a:gd name="connsiteX0" fmla="*/ 2382 w 3574257"/>
              <a:gd name="connsiteY0" fmla="*/ 1809749 h 1809749"/>
              <a:gd name="connsiteX1" fmla="*/ 0 w 3574257"/>
              <a:gd name="connsiteY1" fmla="*/ 2381 h 1809749"/>
              <a:gd name="connsiteX2" fmla="*/ 2038351 w 3574257"/>
              <a:gd name="connsiteY2" fmla="*/ 0 h 1809749"/>
              <a:gd name="connsiteX3" fmla="*/ 3574257 w 3574257"/>
              <a:gd name="connsiteY3" fmla="*/ 1809749 h 1809749"/>
              <a:gd name="connsiteX4" fmla="*/ 2382 w 3574257"/>
              <a:gd name="connsiteY4" fmla="*/ 1809749 h 1809749"/>
              <a:gd name="connsiteX0" fmla="*/ 2382 w 3574257"/>
              <a:gd name="connsiteY0" fmla="*/ 1807368 h 1807368"/>
              <a:gd name="connsiteX1" fmla="*/ 0 w 3574257"/>
              <a:gd name="connsiteY1" fmla="*/ 0 h 1807368"/>
              <a:gd name="connsiteX2" fmla="*/ 1640682 w 3574257"/>
              <a:gd name="connsiteY2" fmla="*/ 450057 h 1807368"/>
              <a:gd name="connsiteX3" fmla="*/ 3574257 w 3574257"/>
              <a:gd name="connsiteY3" fmla="*/ 1807368 h 1807368"/>
              <a:gd name="connsiteX4" fmla="*/ 2382 w 3574257"/>
              <a:gd name="connsiteY4" fmla="*/ 1807368 h 1807368"/>
              <a:gd name="connsiteX0" fmla="*/ 2382 w 3574257"/>
              <a:gd name="connsiteY0" fmla="*/ 1809749 h 1809749"/>
              <a:gd name="connsiteX1" fmla="*/ 0 w 3574257"/>
              <a:gd name="connsiteY1" fmla="*/ 2381 h 1809749"/>
              <a:gd name="connsiteX2" fmla="*/ 2038351 w 3574257"/>
              <a:gd name="connsiteY2" fmla="*/ 0 h 1809749"/>
              <a:gd name="connsiteX3" fmla="*/ 3574257 w 3574257"/>
              <a:gd name="connsiteY3" fmla="*/ 1809749 h 1809749"/>
              <a:gd name="connsiteX4" fmla="*/ 2382 w 3574257"/>
              <a:gd name="connsiteY4" fmla="*/ 1809749 h 1809749"/>
              <a:gd name="connsiteX0" fmla="*/ 2382 w 3574257"/>
              <a:gd name="connsiteY0" fmla="*/ 1807368 h 1807368"/>
              <a:gd name="connsiteX1" fmla="*/ 0 w 3574257"/>
              <a:gd name="connsiteY1" fmla="*/ 0 h 1807368"/>
              <a:gd name="connsiteX2" fmla="*/ 1657351 w 3574257"/>
              <a:gd name="connsiteY2" fmla="*/ 230982 h 1807368"/>
              <a:gd name="connsiteX3" fmla="*/ 3574257 w 3574257"/>
              <a:gd name="connsiteY3" fmla="*/ 1807368 h 1807368"/>
              <a:gd name="connsiteX4" fmla="*/ 2382 w 3574257"/>
              <a:gd name="connsiteY4" fmla="*/ 1807368 h 1807368"/>
              <a:gd name="connsiteX0" fmla="*/ 2382 w 3574257"/>
              <a:gd name="connsiteY0" fmla="*/ 1807368 h 1807368"/>
              <a:gd name="connsiteX1" fmla="*/ 0 w 3574257"/>
              <a:gd name="connsiteY1" fmla="*/ 0 h 1807368"/>
              <a:gd name="connsiteX2" fmla="*/ 2040732 w 3574257"/>
              <a:gd name="connsiteY2" fmla="*/ 2382 h 1807368"/>
              <a:gd name="connsiteX3" fmla="*/ 3574257 w 3574257"/>
              <a:gd name="connsiteY3" fmla="*/ 1807368 h 1807368"/>
              <a:gd name="connsiteX4" fmla="*/ 2382 w 3574257"/>
              <a:gd name="connsiteY4" fmla="*/ 1807368 h 1807368"/>
              <a:gd name="connsiteX0" fmla="*/ 2382 w 3574257"/>
              <a:gd name="connsiteY0" fmla="*/ 1807368 h 1807368"/>
              <a:gd name="connsiteX1" fmla="*/ 0 w 3574257"/>
              <a:gd name="connsiteY1" fmla="*/ 0 h 1807368"/>
              <a:gd name="connsiteX2" fmla="*/ 1774032 w 3574257"/>
              <a:gd name="connsiteY2" fmla="*/ 161925 h 1807368"/>
              <a:gd name="connsiteX3" fmla="*/ 3574257 w 3574257"/>
              <a:gd name="connsiteY3" fmla="*/ 1807368 h 1807368"/>
              <a:gd name="connsiteX4" fmla="*/ 2382 w 3574257"/>
              <a:gd name="connsiteY4" fmla="*/ 1807368 h 1807368"/>
              <a:gd name="connsiteX0" fmla="*/ 2382 w 3574257"/>
              <a:gd name="connsiteY0" fmla="*/ 1807368 h 1807368"/>
              <a:gd name="connsiteX1" fmla="*/ 0 w 3574257"/>
              <a:gd name="connsiteY1" fmla="*/ 0 h 1807368"/>
              <a:gd name="connsiteX2" fmla="*/ 1969294 w 3574257"/>
              <a:gd name="connsiteY2" fmla="*/ 21432 h 1807368"/>
              <a:gd name="connsiteX3" fmla="*/ 3574257 w 3574257"/>
              <a:gd name="connsiteY3" fmla="*/ 1807368 h 1807368"/>
              <a:gd name="connsiteX4" fmla="*/ 2382 w 3574257"/>
              <a:gd name="connsiteY4" fmla="*/ 1807368 h 1807368"/>
              <a:gd name="connsiteX0" fmla="*/ 2382 w 3574257"/>
              <a:gd name="connsiteY0" fmla="*/ 1807368 h 1807368"/>
              <a:gd name="connsiteX1" fmla="*/ 0 w 3574257"/>
              <a:gd name="connsiteY1" fmla="*/ 0 h 1807368"/>
              <a:gd name="connsiteX2" fmla="*/ 1819275 w 3574257"/>
              <a:gd name="connsiteY2" fmla="*/ 200026 h 1807368"/>
              <a:gd name="connsiteX3" fmla="*/ 3574257 w 3574257"/>
              <a:gd name="connsiteY3" fmla="*/ 1807368 h 1807368"/>
              <a:gd name="connsiteX4" fmla="*/ 2382 w 3574257"/>
              <a:gd name="connsiteY4" fmla="*/ 1807368 h 1807368"/>
              <a:gd name="connsiteX0" fmla="*/ 2382 w 3574257"/>
              <a:gd name="connsiteY0" fmla="*/ 1807368 h 1807368"/>
              <a:gd name="connsiteX1" fmla="*/ 0 w 3574257"/>
              <a:gd name="connsiteY1" fmla="*/ 0 h 1807368"/>
              <a:gd name="connsiteX2" fmla="*/ 2045494 w 3574257"/>
              <a:gd name="connsiteY2" fmla="*/ 1 h 1807368"/>
              <a:gd name="connsiteX3" fmla="*/ 3574257 w 3574257"/>
              <a:gd name="connsiteY3" fmla="*/ 1807368 h 1807368"/>
              <a:gd name="connsiteX4" fmla="*/ 2382 w 3574257"/>
              <a:gd name="connsiteY4" fmla="*/ 1807368 h 18073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574257" h="1807368">
                <a:moveTo>
                  <a:pt x="2382" y="1807368"/>
                </a:moveTo>
                <a:lnTo>
                  <a:pt x="0" y="0"/>
                </a:lnTo>
                <a:lnTo>
                  <a:pt x="2045494" y="1"/>
                </a:lnTo>
                <a:lnTo>
                  <a:pt x="3574257" y="1807368"/>
                </a:lnTo>
                <a:lnTo>
                  <a:pt x="2382" y="1807368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Freeform 7"/>
          <p:cNvSpPr/>
          <p:nvPr/>
        </p:nvSpPr>
        <p:spPr>
          <a:xfrm>
            <a:off x="-2380" y="5051292"/>
            <a:ext cx="9146380" cy="1806709"/>
          </a:xfrm>
          <a:custGeom>
            <a:avLst/>
            <a:gdLst>
              <a:gd name="connsiteX0" fmla="*/ 0 w 3350419"/>
              <a:gd name="connsiteY0" fmla="*/ 2081213 h 2083594"/>
              <a:gd name="connsiteX1" fmla="*/ 3031331 w 3350419"/>
              <a:gd name="connsiteY1" fmla="*/ 0 h 2083594"/>
              <a:gd name="connsiteX2" fmla="*/ 3350419 w 3350419"/>
              <a:gd name="connsiteY2" fmla="*/ 80963 h 2083594"/>
              <a:gd name="connsiteX3" fmla="*/ 3350419 w 3350419"/>
              <a:gd name="connsiteY3" fmla="*/ 2083594 h 2083594"/>
              <a:gd name="connsiteX4" fmla="*/ 0 w 3350419"/>
              <a:gd name="connsiteY4" fmla="*/ 2081213 h 2083594"/>
              <a:gd name="connsiteX0" fmla="*/ 0 w 3112294"/>
              <a:gd name="connsiteY0" fmla="*/ 2019301 h 2083594"/>
              <a:gd name="connsiteX1" fmla="*/ 2793206 w 3112294"/>
              <a:gd name="connsiteY1" fmla="*/ 0 h 2083594"/>
              <a:gd name="connsiteX2" fmla="*/ 3112294 w 3112294"/>
              <a:gd name="connsiteY2" fmla="*/ 80963 h 2083594"/>
              <a:gd name="connsiteX3" fmla="*/ 3112294 w 3112294"/>
              <a:gd name="connsiteY3" fmla="*/ 2083594 h 2083594"/>
              <a:gd name="connsiteX4" fmla="*/ 0 w 3112294"/>
              <a:gd name="connsiteY4" fmla="*/ 2019301 h 2083594"/>
              <a:gd name="connsiteX0" fmla="*/ 0 w 3345656"/>
              <a:gd name="connsiteY0" fmla="*/ 2097882 h 2097882"/>
              <a:gd name="connsiteX1" fmla="*/ 3026568 w 3345656"/>
              <a:gd name="connsiteY1" fmla="*/ 0 h 2097882"/>
              <a:gd name="connsiteX2" fmla="*/ 3345656 w 3345656"/>
              <a:gd name="connsiteY2" fmla="*/ 80963 h 2097882"/>
              <a:gd name="connsiteX3" fmla="*/ 3345656 w 3345656"/>
              <a:gd name="connsiteY3" fmla="*/ 2083594 h 2097882"/>
              <a:gd name="connsiteX4" fmla="*/ 0 w 3345656"/>
              <a:gd name="connsiteY4" fmla="*/ 2097882 h 2097882"/>
              <a:gd name="connsiteX0" fmla="*/ 0 w 2800350"/>
              <a:gd name="connsiteY0" fmla="*/ 1935957 h 2083594"/>
              <a:gd name="connsiteX1" fmla="*/ 2481262 w 2800350"/>
              <a:gd name="connsiteY1" fmla="*/ 0 h 2083594"/>
              <a:gd name="connsiteX2" fmla="*/ 2800350 w 2800350"/>
              <a:gd name="connsiteY2" fmla="*/ 80963 h 2083594"/>
              <a:gd name="connsiteX3" fmla="*/ 2800350 w 2800350"/>
              <a:gd name="connsiteY3" fmla="*/ 2083594 h 2083594"/>
              <a:gd name="connsiteX4" fmla="*/ 0 w 2800350"/>
              <a:gd name="connsiteY4" fmla="*/ 1935957 h 2083594"/>
              <a:gd name="connsiteX0" fmla="*/ 0 w 3352800"/>
              <a:gd name="connsiteY0" fmla="*/ 2083594 h 2083594"/>
              <a:gd name="connsiteX1" fmla="*/ 3033712 w 3352800"/>
              <a:gd name="connsiteY1" fmla="*/ 0 h 2083594"/>
              <a:gd name="connsiteX2" fmla="*/ 3352800 w 3352800"/>
              <a:gd name="connsiteY2" fmla="*/ 80963 h 2083594"/>
              <a:gd name="connsiteX3" fmla="*/ 3352800 w 3352800"/>
              <a:gd name="connsiteY3" fmla="*/ 2083594 h 2083594"/>
              <a:gd name="connsiteX4" fmla="*/ 0 w 3352800"/>
              <a:gd name="connsiteY4" fmla="*/ 2083594 h 2083594"/>
              <a:gd name="connsiteX0" fmla="*/ 0 w 3352800"/>
              <a:gd name="connsiteY0" fmla="*/ 2002631 h 2002631"/>
              <a:gd name="connsiteX1" fmla="*/ 3033712 w 3352800"/>
              <a:gd name="connsiteY1" fmla="*/ 157162 h 2002631"/>
              <a:gd name="connsiteX2" fmla="*/ 3352800 w 3352800"/>
              <a:gd name="connsiteY2" fmla="*/ 0 h 2002631"/>
              <a:gd name="connsiteX3" fmla="*/ 3352800 w 3352800"/>
              <a:gd name="connsiteY3" fmla="*/ 2002631 h 2002631"/>
              <a:gd name="connsiteX4" fmla="*/ 0 w 3352800"/>
              <a:gd name="connsiteY4" fmla="*/ 2002631 h 2002631"/>
              <a:gd name="connsiteX0" fmla="*/ 0 w 3352800"/>
              <a:gd name="connsiteY0" fmla="*/ 2002631 h 2002631"/>
              <a:gd name="connsiteX1" fmla="*/ 2988469 w 3352800"/>
              <a:gd name="connsiteY1" fmla="*/ 59530 h 2002631"/>
              <a:gd name="connsiteX2" fmla="*/ 3352800 w 3352800"/>
              <a:gd name="connsiteY2" fmla="*/ 0 h 2002631"/>
              <a:gd name="connsiteX3" fmla="*/ 3352800 w 3352800"/>
              <a:gd name="connsiteY3" fmla="*/ 2002631 h 2002631"/>
              <a:gd name="connsiteX4" fmla="*/ 0 w 3352800"/>
              <a:gd name="connsiteY4" fmla="*/ 2002631 h 2002631"/>
              <a:gd name="connsiteX0" fmla="*/ 0 w 3352800"/>
              <a:gd name="connsiteY0" fmla="*/ 2002631 h 2002631"/>
              <a:gd name="connsiteX1" fmla="*/ 2833966 w 3352800"/>
              <a:gd name="connsiteY1" fmla="*/ 425 h 2002631"/>
              <a:gd name="connsiteX2" fmla="*/ 3352800 w 3352800"/>
              <a:gd name="connsiteY2" fmla="*/ 0 h 2002631"/>
              <a:gd name="connsiteX3" fmla="*/ 3352800 w 3352800"/>
              <a:gd name="connsiteY3" fmla="*/ 2002631 h 2002631"/>
              <a:gd name="connsiteX4" fmla="*/ 0 w 3352800"/>
              <a:gd name="connsiteY4" fmla="*/ 2002631 h 2002631"/>
              <a:gd name="connsiteX0" fmla="*/ 0 w 3352800"/>
              <a:gd name="connsiteY0" fmla="*/ 2002631 h 2002631"/>
              <a:gd name="connsiteX1" fmla="*/ 2845314 w 3352800"/>
              <a:gd name="connsiteY1" fmla="*/ 12246 h 2002631"/>
              <a:gd name="connsiteX2" fmla="*/ 3352800 w 3352800"/>
              <a:gd name="connsiteY2" fmla="*/ 0 h 2002631"/>
              <a:gd name="connsiteX3" fmla="*/ 3352800 w 3352800"/>
              <a:gd name="connsiteY3" fmla="*/ 2002631 h 2002631"/>
              <a:gd name="connsiteX4" fmla="*/ 0 w 3352800"/>
              <a:gd name="connsiteY4" fmla="*/ 2002631 h 2002631"/>
              <a:gd name="connsiteX0" fmla="*/ 0 w 3352800"/>
              <a:gd name="connsiteY0" fmla="*/ 2002631 h 2002631"/>
              <a:gd name="connsiteX1" fmla="*/ 2834839 w 3352800"/>
              <a:gd name="connsiteY1" fmla="*/ 425 h 2002631"/>
              <a:gd name="connsiteX2" fmla="*/ 3352800 w 3352800"/>
              <a:gd name="connsiteY2" fmla="*/ 0 h 2002631"/>
              <a:gd name="connsiteX3" fmla="*/ 3352800 w 3352800"/>
              <a:gd name="connsiteY3" fmla="*/ 2002631 h 2002631"/>
              <a:gd name="connsiteX4" fmla="*/ 0 w 3352800"/>
              <a:gd name="connsiteY4" fmla="*/ 2002631 h 2002631"/>
              <a:gd name="connsiteX0" fmla="*/ 0 w 3352800"/>
              <a:gd name="connsiteY0" fmla="*/ 2002631 h 2002631"/>
              <a:gd name="connsiteX1" fmla="*/ 2875865 w 3352800"/>
              <a:gd name="connsiteY1" fmla="*/ 81782 h 2002631"/>
              <a:gd name="connsiteX2" fmla="*/ 3352800 w 3352800"/>
              <a:gd name="connsiteY2" fmla="*/ 0 h 2002631"/>
              <a:gd name="connsiteX3" fmla="*/ 3352800 w 3352800"/>
              <a:gd name="connsiteY3" fmla="*/ 2002631 h 2002631"/>
              <a:gd name="connsiteX4" fmla="*/ 0 w 3352800"/>
              <a:gd name="connsiteY4" fmla="*/ 2002631 h 2002631"/>
              <a:gd name="connsiteX0" fmla="*/ 0 w 3352800"/>
              <a:gd name="connsiteY0" fmla="*/ 2002901 h 2002901"/>
              <a:gd name="connsiteX1" fmla="*/ 2836585 w 3352800"/>
              <a:gd name="connsiteY1" fmla="*/ 0 h 2002901"/>
              <a:gd name="connsiteX2" fmla="*/ 3352800 w 3352800"/>
              <a:gd name="connsiteY2" fmla="*/ 270 h 2002901"/>
              <a:gd name="connsiteX3" fmla="*/ 3352800 w 3352800"/>
              <a:gd name="connsiteY3" fmla="*/ 2002901 h 2002901"/>
              <a:gd name="connsiteX4" fmla="*/ 0 w 3352800"/>
              <a:gd name="connsiteY4" fmla="*/ 2002901 h 2002901"/>
              <a:gd name="connsiteX0" fmla="*/ 0 w 3352800"/>
              <a:gd name="connsiteY0" fmla="*/ 2002631 h 2002631"/>
              <a:gd name="connsiteX1" fmla="*/ 754045 w 3352800"/>
              <a:gd name="connsiteY1" fmla="*/ 1468326 h 2002631"/>
              <a:gd name="connsiteX2" fmla="*/ 3352800 w 3352800"/>
              <a:gd name="connsiteY2" fmla="*/ 0 h 2002631"/>
              <a:gd name="connsiteX3" fmla="*/ 3352800 w 3352800"/>
              <a:gd name="connsiteY3" fmla="*/ 2002631 h 2002631"/>
              <a:gd name="connsiteX4" fmla="*/ 0 w 3352800"/>
              <a:gd name="connsiteY4" fmla="*/ 2002631 h 2002631"/>
              <a:gd name="connsiteX0" fmla="*/ 0 w 3352800"/>
              <a:gd name="connsiteY0" fmla="*/ 534305 h 534305"/>
              <a:gd name="connsiteX1" fmla="*/ 754045 w 3352800"/>
              <a:gd name="connsiteY1" fmla="*/ 0 h 534305"/>
              <a:gd name="connsiteX2" fmla="*/ 3352800 w 3352800"/>
              <a:gd name="connsiteY2" fmla="*/ 7687 h 534305"/>
              <a:gd name="connsiteX3" fmla="*/ 3352800 w 3352800"/>
              <a:gd name="connsiteY3" fmla="*/ 534305 h 534305"/>
              <a:gd name="connsiteX4" fmla="*/ 0 w 3352800"/>
              <a:gd name="connsiteY4" fmla="*/ 534305 h 534305"/>
              <a:gd name="connsiteX0" fmla="*/ 0 w 3352800"/>
              <a:gd name="connsiteY0" fmla="*/ 534305 h 534305"/>
              <a:gd name="connsiteX1" fmla="*/ 754045 w 3352800"/>
              <a:gd name="connsiteY1" fmla="*/ 0 h 534305"/>
              <a:gd name="connsiteX2" fmla="*/ 3352800 w 3352800"/>
              <a:gd name="connsiteY2" fmla="*/ 7687 h 534305"/>
              <a:gd name="connsiteX3" fmla="*/ 3352800 w 3352800"/>
              <a:gd name="connsiteY3" fmla="*/ 534305 h 534305"/>
              <a:gd name="connsiteX4" fmla="*/ 0 w 3352800"/>
              <a:gd name="connsiteY4" fmla="*/ 534305 h 534305"/>
              <a:gd name="connsiteX0" fmla="*/ 0 w 3352800"/>
              <a:gd name="connsiteY0" fmla="*/ 526618 h 526618"/>
              <a:gd name="connsiteX1" fmla="*/ 980611 w 3352800"/>
              <a:gd name="connsiteY1" fmla="*/ 93681 h 526618"/>
              <a:gd name="connsiteX2" fmla="*/ 3352800 w 3352800"/>
              <a:gd name="connsiteY2" fmla="*/ 0 h 526618"/>
              <a:gd name="connsiteX3" fmla="*/ 3352800 w 3352800"/>
              <a:gd name="connsiteY3" fmla="*/ 526618 h 526618"/>
              <a:gd name="connsiteX4" fmla="*/ 0 w 3352800"/>
              <a:gd name="connsiteY4" fmla="*/ 526618 h 526618"/>
              <a:gd name="connsiteX0" fmla="*/ 0 w 3352800"/>
              <a:gd name="connsiteY0" fmla="*/ 526888 h 526888"/>
              <a:gd name="connsiteX1" fmla="*/ 744735 w 3352800"/>
              <a:gd name="connsiteY1" fmla="*/ 0 h 526888"/>
              <a:gd name="connsiteX2" fmla="*/ 3352800 w 3352800"/>
              <a:gd name="connsiteY2" fmla="*/ 270 h 526888"/>
              <a:gd name="connsiteX3" fmla="*/ 3352800 w 3352800"/>
              <a:gd name="connsiteY3" fmla="*/ 526888 h 526888"/>
              <a:gd name="connsiteX4" fmla="*/ 0 w 3352800"/>
              <a:gd name="connsiteY4" fmla="*/ 526888 h 526888"/>
              <a:gd name="connsiteX0" fmla="*/ 0 w 3352800"/>
              <a:gd name="connsiteY0" fmla="*/ 526618 h 526618"/>
              <a:gd name="connsiteX1" fmla="*/ 811948 w 3352800"/>
              <a:gd name="connsiteY1" fmla="*/ 60921 h 526618"/>
              <a:gd name="connsiteX2" fmla="*/ 3352800 w 3352800"/>
              <a:gd name="connsiteY2" fmla="*/ 0 h 526618"/>
              <a:gd name="connsiteX3" fmla="*/ 3352800 w 3352800"/>
              <a:gd name="connsiteY3" fmla="*/ 526618 h 526618"/>
              <a:gd name="connsiteX4" fmla="*/ 0 w 3352800"/>
              <a:gd name="connsiteY4" fmla="*/ 526618 h 526618"/>
              <a:gd name="connsiteX0" fmla="*/ 0 w 3352800"/>
              <a:gd name="connsiteY0" fmla="*/ 527584 h 527584"/>
              <a:gd name="connsiteX1" fmla="*/ 751718 w 3352800"/>
              <a:gd name="connsiteY1" fmla="*/ 0 h 527584"/>
              <a:gd name="connsiteX2" fmla="*/ 3352800 w 3352800"/>
              <a:gd name="connsiteY2" fmla="*/ 966 h 527584"/>
              <a:gd name="connsiteX3" fmla="*/ 3352800 w 3352800"/>
              <a:gd name="connsiteY3" fmla="*/ 527584 h 527584"/>
              <a:gd name="connsiteX4" fmla="*/ 0 w 3352800"/>
              <a:gd name="connsiteY4" fmla="*/ 527584 h 527584"/>
              <a:gd name="connsiteX0" fmla="*/ 0 w 3352800"/>
              <a:gd name="connsiteY0" fmla="*/ 527584 h 527584"/>
              <a:gd name="connsiteX1" fmla="*/ 751718 w 3352800"/>
              <a:gd name="connsiteY1" fmla="*/ 0 h 527584"/>
              <a:gd name="connsiteX2" fmla="*/ 3241069 w 3352800"/>
              <a:gd name="connsiteY2" fmla="*/ 94144 h 527584"/>
              <a:gd name="connsiteX3" fmla="*/ 3352800 w 3352800"/>
              <a:gd name="connsiteY3" fmla="*/ 527584 h 527584"/>
              <a:gd name="connsiteX4" fmla="*/ 0 w 3352800"/>
              <a:gd name="connsiteY4" fmla="*/ 527584 h 527584"/>
              <a:gd name="connsiteX0" fmla="*/ 0 w 3352800"/>
              <a:gd name="connsiteY0" fmla="*/ 527584 h 527584"/>
              <a:gd name="connsiteX1" fmla="*/ 751718 w 3352800"/>
              <a:gd name="connsiteY1" fmla="*/ 0 h 527584"/>
              <a:gd name="connsiteX2" fmla="*/ 3352800 w 3352800"/>
              <a:gd name="connsiteY2" fmla="*/ 271 h 527584"/>
              <a:gd name="connsiteX3" fmla="*/ 3352800 w 3352800"/>
              <a:gd name="connsiteY3" fmla="*/ 527584 h 527584"/>
              <a:gd name="connsiteX4" fmla="*/ 0 w 3352800"/>
              <a:gd name="connsiteY4" fmla="*/ 527584 h 527584"/>
              <a:gd name="connsiteX0" fmla="*/ 0 w 3352800"/>
              <a:gd name="connsiteY0" fmla="*/ 527313 h 527313"/>
              <a:gd name="connsiteX1" fmla="*/ 900984 w 3352800"/>
              <a:gd name="connsiteY1" fmla="*/ 97774 h 527313"/>
              <a:gd name="connsiteX2" fmla="*/ 3352800 w 3352800"/>
              <a:gd name="connsiteY2" fmla="*/ 0 h 527313"/>
              <a:gd name="connsiteX3" fmla="*/ 3352800 w 3352800"/>
              <a:gd name="connsiteY3" fmla="*/ 527313 h 527313"/>
              <a:gd name="connsiteX4" fmla="*/ 0 w 3352800"/>
              <a:gd name="connsiteY4" fmla="*/ 527313 h 527313"/>
              <a:gd name="connsiteX0" fmla="*/ 0 w 3352800"/>
              <a:gd name="connsiteY0" fmla="*/ 527584 h 527584"/>
              <a:gd name="connsiteX1" fmla="*/ 748227 w 3352800"/>
              <a:gd name="connsiteY1" fmla="*/ 0 h 527584"/>
              <a:gd name="connsiteX2" fmla="*/ 3352800 w 3352800"/>
              <a:gd name="connsiteY2" fmla="*/ 271 h 527584"/>
              <a:gd name="connsiteX3" fmla="*/ 3352800 w 3352800"/>
              <a:gd name="connsiteY3" fmla="*/ 527584 h 527584"/>
              <a:gd name="connsiteX4" fmla="*/ 0 w 3352800"/>
              <a:gd name="connsiteY4" fmla="*/ 527584 h 5275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352800" h="527584">
                <a:moveTo>
                  <a:pt x="0" y="527584"/>
                </a:moveTo>
                <a:lnTo>
                  <a:pt x="748227" y="0"/>
                </a:lnTo>
                <a:lnTo>
                  <a:pt x="3352800" y="271"/>
                </a:lnTo>
                <a:lnTo>
                  <a:pt x="3352800" y="527584"/>
                </a:lnTo>
                <a:lnTo>
                  <a:pt x="0" y="527584"/>
                </a:lnTo>
                <a:close/>
              </a:path>
            </a:pathLst>
          </a:custGeom>
          <a:solidFill>
            <a:schemeClr val="accent3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22960" y="365760"/>
            <a:ext cx="7520940" cy="54864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1100628"/>
            <a:ext cx="7520940" cy="357984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19140000">
            <a:off x="201168" y="5870448"/>
            <a:ext cx="2176272" cy="20116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rgbClr val="FFFFFF"/>
                </a:solidFill>
              </a:defRPr>
            </a:lvl1pPr>
          </a:lstStyle>
          <a:p>
            <a:fld id="{D020F362-5367-4952-8505-8591A8C420AC}" type="datetimeFigureOut">
              <a:rPr lang="en-IN" smtClean="0"/>
              <a:t>09-08-2026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517514" y="6285122"/>
            <a:ext cx="4724400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spc="200" baseline="0">
                <a:solidFill>
                  <a:srgbClr val="FFFFFF"/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401038" y="6170822"/>
            <a:ext cx="502920" cy="502920"/>
          </a:xfrm>
          <a:prstGeom prst="ellipse">
            <a:avLst/>
          </a:prstGeom>
          <a:ln w="19050">
            <a:solidFill>
              <a:srgbClr val="FFFFFF"/>
            </a:solidFill>
          </a:ln>
        </p:spPr>
        <p:txBody>
          <a:bodyPr vert="horz" lIns="9144" tIns="9144" rIns="9144" bIns="9144" rtlCol="0" anchor="ctr">
            <a:normAutofit/>
          </a:bodyPr>
          <a:lstStyle>
            <a:lvl1pPr algn="ctr">
              <a:defRPr sz="1650">
                <a:solidFill>
                  <a:srgbClr val="FFFFFF"/>
                </a:solidFill>
              </a:defRPr>
            </a:lvl1pPr>
          </a:lstStyle>
          <a:p>
            <a:fld id="{4791F441-6F4C-4C2E-89ED-D1B86A2926C0}" type="slidenum">
              <a:rPr lang="en-IN" smtClean="0"/>
              <a:t>‹#›</a:t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spcBef>
          <a:spcPct val="0"/>
        </a:spcBef>
        <a:buNone/>
        <a:defRPr sz="28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ts val="800"/>
        </a:spcBef>
        <a:buFont typeface="Arial" pitchFamily="34" charset="0"/>
        <a:buNone/>
        <a:defRPr sz="1600" b="1" kern="1200">
          <a:solidFill>
            <a:schemeClr val="tx1"/>
          </a:solidFill>
          <a:latin typeface="+mn-lt"/>
          <a:ea typeface="+mn-ea"/>
          <a:cs typeface="+mn-cs"/>
        </a:defRPr>
      </a:lvl1pPr>
      <a:lvl2pPr marL="173736" indent="-173736" algn="l" defTabSz="914400" rtl="0" eaLnBrk="1" latinLnBrk="0" hangingPunct="1">
        <a:spcBef>
          <a:spcPts val="300"/>
        </a:spcBef>
        <a:buClr>
          <a:schemeClr val="accent2"/>
        </a:buClr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402336" indent="-164592" algn="l" defTabSz="914400" rtl="0" eaLnBrk="1" latinLnBrk="0" hangingPunct="1">
        <a:spcBef>
          <a:spcPts val="300"/>
        </a:spcBef>
        <a:buClr>
          <a:schemeClr val="accent2"/>
        </a:buClr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630936" indent="-164592" algn="l" defTabSz="914400" rtl="0" eaLnBrk="1" latinLnBrk="0" hangingPunct="1">
        <a:spcBef>
          <a:spcPts val="300"/>
        </a:spcBef>
        <a:buClr>
          <a:schemeClr val="accent2"/>
        </a:buClr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859536" indent="-173736" algn="l" defTabSz="914400" rtl="0" eaLnBrk="1" latinLnBrk="0" hangingPunct="1">
        <a:spcBef>
          <a:spcPts val="300"/>
        </a:spcBef>
        <a:buClr>
          <a:schemeClr val="accent2"/>
        </a:buClr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097280" indent="-173736" algn="l" defTabSz="914400" rtl="0" eaLnBrk="1" latinLnBrk="0" hangingPunct="1">
        <a:spcBef>
          <a:spcPts val="300"/>
        </a:spcBef>
        <a:buClr>
          <a:schemeClr val="accent2"/>
        </a:buClr>
        <a:buFont typeface="Wingdings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353312" indent="-164592" algn="l" defTabSz="914400" rtl="0" eaLnBrk="1" latinLnBrk="0" hangingPunct="1">
        <a:spcBef>
          <a:spcPts val="300"/>
        </a:spcBef>
        <a:buClr>
          <a:schemeClr val="accent2"/>
        </a:buClr>
        <a:buFont typeface="Wingdings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581912" indent="-164592" algn="l" defTabSz="914400" rtl="0" eaLnBrk="1" latinLnBrk="0" hangingPunct="1">
        <a:spcBef>
          <a:spcPts val="300"/>
        </a:spcBef>
        <a:buClr>
          <a:schemeClr val="accent2"/>
        </a:buClr>
        <a:buFont typeface="Wingdings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1792224" indent="-164592" algn="l" defTabSz="914400" rtl="0" eaLnBrk="1" latinLnBrk="0" hangingPunct="1">
        <a:spcBef>
          <a:spcPts val="300"/>
        </a:spcBef>
        <a:buClr>
          <a:schemeClr val="accent2"/>
        </a:buClr>
        <a:buFont typeface="Wingdings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file:///C:\Users\HP\Videos\Movavi%20Screen%20Recorder\Automating_end_user_guide.mp4" TargetMode="Externa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github.com/nrathi42/nrathi_twtai" TargetMode="Externa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67544" y="980728"/>
            <a:ext cx="7772400" cy="1470025"/>
          </a:xfrm>
        </p:spPr>
        <p:txBody>
          <a:bodyPr/>
          <a:lstStyle/>
          <a:p>
            <a:pPr algn="l"/>
            <a:r>
              <a:rPr lang="en-IN" b="1" dirty="0" smtClean="0">
                <a:solidFill>
                  <a:schemeClr val="tx2">
                    <a:lumMod val="75000"/>
                  </a:schemeClr>
                </a:solidFill>
              </a:rPr>
              <a:t>Neha Rathi</a:t>
            </a:r>
            <a:br>
              <a:rPr lang="en-IN" b="1" dirty="0" smtClean="0">
                <a:solidFill>
                  <a:schemeClr val="tx2">
                    <a:lumMod val="75000"/>
                  </a:schemeClr>
                </a:solidFill>
              </a:rPr>
            </a:br>
            <a:r>
              <a:rPr lang="en-IN" sz="1400" dirty="0" smtClean="0">
                <a:solidFill>
                  <a:schemeClr val="tx2">
                    <a:lumMod val="75000"/>
                  </a:schemeClr>
                </a:solidFill>
              </a:rPr>
              <a:t>Senior Technical Writer, Evolent Health</a:t>
            </a:r>
            <a:endParaRPr lang="en-IN" sz="1400" b="1" dirty="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55576" y="2708920"/>
            <a:ext cx="7344816" cy="2088232"/>
          </a:xfrm>
        </p:spPr>
        <p:txBody>
          <a:bodyPr>
            <a:normAutofit lnSpcReduction="10000"/>
          </a:bodyPr>
          <a:lstStyle/>
          <a:p>
            <a:pPr algn="l"/>
            <a:r>
              <a:rPr lang="en-IN" sz="2000" dirty="0" smtClean="0">
                <a:solidFill>
                  <a:schemeClr val="tx2">
                    <a:lumMod val="50000"/>
                  </a:schemeClr>
                </a:solidFill>
                <a:latin typeface="+mj-lt"/>
              </a:rPr>
              <a:t>Automating End-User Guide Generation from Confluence Pages</a:t>
            </a:r>
            <a:r>
              <a:rPr lang="en-IN" sz="2000" dirty="0" smtClean="0">
                <a:solidFill>
                  <a:schemeClr val="tx1"/>
                </a:solidFill>
                <a:latin typeface="+mj-lt"/>
              </a:rPr>
              <a:t/>
            </a:r>
            <a:br>
              <a:rPr lang="en-IN" sz="2000" dirty="0" smtClean="0">
                <a:solidFill>
                  <a:schemeClr val="tx1"/>
                </a:solidFill>
                <a:latin typeface="+mj-lt"/>
              </a:rPr>
            </a:br>
            <a:endParaRPr lang="en-IN" sz="2000" dirty="0" smtClean="0">
              <a:solidFill>
                <a:schemeClr val="tx1"/>
              </a:solidFill>
              <a:latin typeface="+mj-lt"/>
            </a:endParaRPr>
          </a:p>
          <a:p>
            <a:pPr marL="342900" indent="-342900" algn="l">
              <a:buFont typeface="Wingdings" panose="05000000000000000000" pitchFamily="2" charset="2"/>
              <a:buChar char="Ø"/>
            </a:pPr>
            <a:r>
              <a:rPr lang="en-IN" sz="1600" dirty="0" smtClean="0">
                <a:solidFill>
                  <a:schemeClr val="accent1">
                    <a:lumMod val="75000"/>
                  </a:schemeClr>
                </a:solidFill>
                <a:latin typeface="+mj-lt"/>
              </a:rPr>
              <a:t>Read confluence pages for shared information</a:t>
            </a:r>
          </a:p>
          <a:p>
            <a:pPr marL="342900" indent="-342900" algn="l">
              <a:buFont typeface="Wingdings" panose="05000000000000000000" pitchFamily="2" charset="2"/>
              <a:buChar char="Ø"/>
            </a:pPr>
            <a:r>
              <a:rPr lang="en-IN" sz="1600" dirty="0" smtClean="0">
                <a:solidFill>
                  <a:schemeClr val="accent1">
                    <a:lumMod val="75000"/>
                  </a:schemeClr>
                </a:solidFill>
                <a:latin typeface="+mj-lt"/>
              </a:rPr>
              <a:t>Translate into an end-user document</a:t>
            </a:r>
          </a:p>
          <a:p>
            <a:pPr marL="342900" indent="-342900" algn="l">
              <a:buFont typeface="Wingdings" panose="05000000000000000000" pitchFamily="2" charset="2"/>
              <a:buChar char="Ø"/>
            </a:pPr>
            <a:r>
              <a:rPr lang="en-IN" sz="1600" dirty="0" smtClean="0">
                <a:solidFill>
                  <a:schemeClr val="accent1">
                    <a:lumMod val="75000"/>
                  </a:schemeClr>
                </a:solidFill>
                <a:latin typeface="+mj-lt"/>
              </a:rPr>
              <a:t>Upload it to Confluence</a:t>
            </a:r>
            <a:endParaRPr lang="en-IN" sz="1600" dirty="0">
              <a:solidFill>
                <a:schemeClr val="accent1">
                  <a:lumMod val="75000"/>
                </a:schemeClr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4236067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22960" y="1124744"/>
            <a:ext cx="7520940" cy="4392488"/>
          </a:xfrm>
        </p:spPr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IN" b="0" dirty="0" smtClean="0">
                <a:solidFill>
                  <a:schemeClr val="accent3">
                    <a:lumMod val="50000"/>
                  </a:schemeClr>
                </a:solidFill>
              </a:rPr>
              <a:t>Data extraction from multiple pages.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b="0" dirty="0" smtClean="0">
                <a:solidFill>
                  <a:schemeClr val="accent3">
                    <a:lumMod val="50000"/>
                  </a:schemeClr>
                </a:solidFill>
              </a:rPr>
              <a:t>Filter jargons, developer notes and sensitive information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b="0" dirty="0" smtClean="0">
                <a:solidFill>
                  <a:schemeClr val="accent3">
                    <a:lumMod val="50000"/>
                  </a:schemeClr>
                </a:solidFill>
              </a:rPr>
              <a:t>Structuring multiple times with changes coming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b="0" dirty="0" smtClean="0">
                <a:solidFill>
                  <a:schemeClr val="accent3">
                    <a:lumMod val="50000"/>
                  </a:schemeClr>
                </a:solidFill>
              </a:rPr>
              <a:t>Styling issue</a:t>
            </a:r>
          </a:p>
          <a:p>
            <a:endParaRPr lang="en-IN" dirty="0">
              <a:solidFill>
                <a:schemeClr val="accent3">
                  <a:lumMod val="50000"/>
                </a:schemeClr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259632" y="2998693"/>
            <a:ext cx="2664296" cy="1477328"/>
          </a:xfrm>
          <a:prstGeom prst="rect">
            <a:avLst/>
          </a:prstGeom>
          <a:noFill/>
          <a:ln w="12700">
            <a:solidFill>
              <a:srgbClr val="0070C0"/>
            </a:solidFill>
          </a:ln>
        </p:spPr>
        <p:txBody>
          <a:bodyPr wrap="square" rtlCol="0">
            <a:spAutoFit/>
          </a:bodyPr>
          <a:lstStyle/>
          <a:p>
            <a:r>
              <a:rPr lang="en-IN" b="1" dirty="0" smtClean="0">
                <a:solidFill>
                  <a:schemeClr val="accent3">
                    <a:lumMod val="50000"/>
                  </a:schemeClr>
                </a:solidFill>
              </a:rPr>
              <a:t>Technical Specs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 smtClean="0">
                <a:solidFill>
                  <a:schemeClr val="accent3">
                    <a:lumMod val="50000"/>
                  </a:schemeClr>
                </a:solidFill>
              </a:rPr>
              <a:t>Claude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 smtClean="0">
                <a:solidFill>
                  <a:schemeClr val="accent3">
                    <a:lumMod val="50000"/>
                  </a:schemeClr>
                </a:solidFill>
              </a:rPr>
              <a:t>Technical writer skill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 smtClean="0">
                <a:solidFill>
                  <a:schemeClr val="accent3">
                    <a:lumMod val="50000"/>
                  </a:schemeClr>
                </a:solidFill>
              </a:rPr>
              <a:t>Cursor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 smtClean="0">
                <a:solidFill>
                  <a:schemeClr val="accent3">
                    <a:lumMod val="50000"/>
                  </a:schemeClr>
                </a:solidFill>
              </a:rPr>
              <a:t>Github</a:t>
            </a:r>
            <a:endParaRPr lang="en-IN" dirty="0">
              <a:solidFill>
                <a:schemeClr val="accent3">
                  <a:lumMod val="50000"/>
                </a:schemeClr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499992" y="2996952"/>
            <a:ext cx="2664296" cy="1477328"/>
          </a:xfrm>
          <a:prstGeom prst="rect">
            <a:avLst/>
          </a:prstGeom>
          <a:noFill/>
          <a:ln w="12700">
            <a:solidFill>
              <a:srgbClr val="0070C0"/>
            </a:solidFill>
          </a:ln>
        </p:spPr>
        <p:txBody>
          <a:bodyPr wrap="square" rtlCol="0">
            <a:spAutoFit/>
          </a:bodyPr>
          <a:lstStyle/>
          <a:p>
            <a:r>
              <a:rPr lang="en-IN" b="1" dirty="0" smtClean="0">
                <a:solidFill>
                  <a:schemeClr val="accent3">
                    <a:lumMod val="50000"/>
                  </a:schemeClr>
                </a:solidFill>
              </a:rPr>
              <a:t>MCP Connectors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 smtClean="0">
                <a:solidFill>
                  <a:schemeClr val="accent3">
                    <a:lumMod val="50000"/>
                  </a:schemeClr>
                </a:solidFill>
              </a:rPr>
              <a:t>Confluence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 smtClean="0">
                <a:solidFill>
                  <a:schemeClr val="accent3">
                    <a:lumMod val="50000"/>
                  </a:schemeClr>
                </a:solidFill>
              </a:rPr>
              <a:t>Jira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 smtClean="0">
                <a:solidFill>
                  <a:schemeClr val="accent3">
                    <a:lumMod val="50000"/>
                  </a:schemeClr>
                </a:solidFill>
              </a:rPr>
              <a:t>Github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 smtClean="0">
                <a:solidFill>
                  <a:schemeClr val="accent3">
                    <a:lumMod val="50000"/>
                  </a:schemeClr>
                </a:solidFill>
              </a:rPr>
              <a:t>Microsoft</a:t>
            </a:r>
            <a:endParaRPr lang="en-IN" dirty="0">
              <a:solidFill>
                <a:schemeClr val="accent3">
                  <a:lumMod val="50000"/>
                </a:schemeClr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827584" y="332656"/>
            <a:ext cx="684076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 smtClean="0">
                <a:solidFill>
                  <a:schemeClr val="accent3">
                    <a:lumMod val="50000"/>
                  </a:schemeClr>
                </a:solidFill>
              </a:rPr>
              <a:t>Problem Statement</a:t>
            </a:r>
            <a:endParaRPr lang="en-IN" sz="3200" b="1" dirty="0"/>
          </a:p>
        </p:txBody>
      </p:sp>
    </p:spTree>
    <p:extLst>
      <p:ext uri="{BB962C8B-B14F-4D97-AF65-F5344CB8AC3E}">
        <p14:creationId xmlns:p14="http://schemas.microsoft.com/office/powerpoint/2010/main" val="41272039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5163" y="1124744"/>
            <a:ext cx="7812087" cy="43924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TextBox 5"/>
          <p:cNvSpPr txBox="1"/>
          <p:nvPr/>
        </p:nvSpPr>
        <p:spPr>
          <a:xfrm>
            <a:off x="899592" y="476672"/>
            <a:ext cx="648072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dirty="0" smtClean="0">
                <a:solidFill>
                  <a:schemeClr val="tx2">
                    <a:lumMod val="75000"/>
                  </a:schemeClr>
                </a:solidFill>
                <a:latin typeface="Arial Black" panose="020B0A04020102020204" pitchFamily="34" charset="0"/>
              </a:rPr>
              <a:t>DEMO</a:t>
            </a:r>
            <a:endParaRPr lang="en-IN" sz="3200" dirty="0">
              <a:solidFill>
                <a:schemeClr val="tx2">
                  <a:lumMod val="75000"/>
                </a:schemeClr>
              </a:solidFill>
              <a:latin typeface="Arial Black" panose="020B0A04020102020204" pitchFamily="34" charset="0"/>
            </a:endParaRPr>
          </a:p>
        </p:txBody>
      </p:sp>
      <p:pic>
        <p:nvPicPr>
          <p:cNvPr id="1028" name="Picture 4" descr="C:\Users\HP\OneDrive\Pictures\unnamed.png">
            <a:hlinkClick r:id="rId3" action="ppaction://hlinkfile"/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04248" y="4869160"/>
            <a:ext cx="1673002" cy="9361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/>
          <p:cNvSpPr txBox="1"/>
          <p:nvPr/>
        </p:nvSpPr>
        <p:spPr>
          <a:xfrm>
            <a:off x="917219" y="5988029"/>
            <a:ext cx="45908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 smtClean="0">
                <a:solidFill>
                  <a:srgbClr val="002060"/>
                </a:solidFill>
                <a:hlinkClick r:id="rId5"/>
              </a:rPr>
              <a:t>https://github.com/nrathi42/nrathi_twtai</a:t>
            </a:r>
            <a:endParaRPr lang="en-IN" b="1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084075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544" y="1484784"/>
            <a:ext cx="8229600" cy="3384376"/>
          </a:xfrm>
        </p:spPr>
        <p:txBody>
          <a:bodyPr/>
          <a:lstStyle/>
          <a:p>
            <a:r>
              <a:rPr lang="en-IN" b="1" dirty="0" smtClean="0">
                <a:solidFill>
                  <a:srgbClr val="00B050"/>
                </a:solidFill>
              </a:rPr>
              <a:t>Thank You!</a:t>
            </a:r>
            <a:endParaRPr lang="en-IN" b="1" dirty="0">
              <a:solidFill>
                <a:srgbClr val="00B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906614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Angles">
  <a:themeElements>
    <a:clrScheme name="Angles">
      <a:dk1>
        <a:srgbClr val="000000"/>
      </a:dk1>
      <a:lt1>
        <a:srgbClr val="FFFFFF"/>
      </a:lt1>
      <a:dk2>
        <a:srgbClr val="434342"/>
      </a:dk2>
      <a:lt2>
        <a:srgbClr val="CDD7D9"/>
      </a:lt2>
      <a:accent1>
        <a:srgbClr val="797B7E"/>
      </a:accent1>
      <a:accent2>
        <a:srgbClr val="F96A1B"/>
      </a:accent2>
      <a:accent3>
        <a:srgbClr val="08A1D9"/>
      </a:accent3>
      <a:accent4>
        <a:srgbClr val="7C984A"/>
      </a:accent4>
      <a:accent5>
        <a:srgbClr val="C2AD8D"/>
      </a:accent5>
      <a:accent6>
        <a:srgbClr val="506E94"/>
      </a:accent6>
      <a:hlink>
        <a:srgbClr val="5F5F5F"/>
      </a:hlink>
      <a:folHlink>
        <a:srgbClr val="969696"/>
      </a:folHlink>
    </a:clrScheme>
    <a:fontScheme name="Angles">
      <a:majorFont>
        <a:latin typeface="Franklin Gothic Medium"/>
        <a:ea typeface=""/>
        <a:cs typeface=""/>
        <a:font script="Jpan" typeface="HG創英角ｺﾞｼｯｸUB"/>
        <a:font script="Hang" typeface="돋움"/>
        <a:font script="Hans" typeface="微软雅黑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Franklin Gothic Book"/>
        <a:ea typeface=""/>
        <a:cs typeface=""/>
        <a:font script="Jpan" typeface="ＭＳ Ｐゴシック"/>
        <a:font script="Hang" typeface="맑은 고딕"/>
        <a:font script="Hans" typeface="隶书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Angles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20400000"/>
            </a:lightRig>
          </a:scene3d>
          <a:sp3d contourW="6350">
            <a:bevelT w="41275" h="19050" prst="angle"/>
            <a:contourClr>
              <a:schemeClr val="phClr">
                <a:shade val="25000"/>
                <a:satMod val="150000"/>
              </a:schemeClr>
            </a:contourClr>
          </a:sp3d>
        </a:effectStyle>
      </a:effectStyleLst>
      <a:bg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tint val="90000"/>
                <a:shade val="85000"/>
              </a:schemeClr>
              <a:schemeClr val="phClr">
                <a:tint val="95000"/>
                <a:shade val="99000"/>
              </a:schemeClr>
            </a:duotone>
          </a:blip>
          <a:tile tx="0" ty="0" sx="100000" sy="100000" flip="none" algn="tl"/>
        </a:blipFill>
        <a:blipFill rotWithShape="1">
          <a:blip xmlns:r="http://schemas.openxmlformats.org/officeDocument/2006/relationships" r:embed="rId2">
            <a:duotone>
              <a:schemeClr val="phClr">
                <a:tint val="93000"/>
                <a:shade val="85000"/>
              </a:schemeClr>
              <a:schemeClr val="phClr">
                <a:tint val="96000"/>
                <a:shade val="99000"/>
              </a:schemeClr>
            </a:duotone>
          </a:blip>
          <a:tile tx="0" ty="0" sx="90000" sy="90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Angles</Template>
  <TotalTime>213</TotalTime>
  <Words>54</Words>
  <Application>Microsoft Office PowerPoint</Application>
  <PresentationFormat>On-screen Show (4:3)</PresentationFormat>
  <Paragraphs>23</Paragraphs>
  <Slides>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5" baseType="lpstr">
      <vt:lpstr>Angles</vt:lpstr>
      <vt:lpstr>Neha Rathi Senior Technical Writer, Evolent Health</vt:lpstr>
      <vt:lpstr>PowerPoint Presentation</vt:lpstr>
      <vt:lpstr>PowerPoint Presentation</vt:lpstr>
      <vt:lpstr>Thank You!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HP</dc:creator>
  <cp:lastModifiedBy>HP</cp:lastModifiedBy>
  <cp:revision>9</cp:revision>
  <dcterms:created xsi:type="dcterms:W3CDTF">2026-08-09T02:50:15Z</dcterms:created>
  <dcterms:modified xsi:type="dcterms:W3CDTF">2026-08-09T06:23:21Z</dcterms:modified>
</cp:coreProperties>
</file>